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howSpecialPlsOnTitleSld="0" strictFirstAndLastChars="0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607188F3-BE8C-4967-8F90-EBC977BF5E6D}">
  <a:tblStyle styleId="{607188F3-BE8C-4967-8F90-EBC977BF5E6D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858495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0073548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24316084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6414941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47230701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52154897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982370" name="Google Shape;14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7896737" name="Google Shape;146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Arpana</a:t>
            </a:r>
            <a:endParaRPr/>
          </a:p>
        </p:txBody>
      </p:sp>
      <p:sp>
        <p:nvSpPr>
          <p:cNvPr id="431916328" name="Google Shape;147;p1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519263200" name="Google Shape;148;p1:notes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783958261" name="Google Shape;149;p1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6466321" name="Google Shape;150;p1:notes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r>
              <a:rPr lang="en-US"/>
              <a:t>04-12-2021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9028" name="Google Shape;157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7799180" name="Google Shape;158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ap</a:t>
            </a:r>
            <a:endParaRPr/>
          </a:p>
        </p:txBody>
      </p:sp>
      <p:sp>
        <p:nvSpPr>
          <p:cNvPr id="942093153" name="Google Shape;159;p2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2031951934" name="Google Shape;160;p2:notes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203741115" name="Google Shape;161;p2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48872605" name="Google Shape;162;p2:notes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r>
              <a:rPr lang="en-US"/>
              <a:t>04-12-2021</a:t>
            </a: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447649" name="Google Shape;169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820189" name="Google Shape;170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Niha</a:t>
            </a:r>
            <a:endParaRPr/>
          </a:p>
        </p:txBody>
      </p:sp>
      <p:sp>
        <p:nvSpPr>
          <p:cNvPr id="1221605305" name="Google Shape;171;p3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62226524" name="Google Shape;172;p3:notes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r>
              <a:rPr lang="en-US"/>
              <a:t>04-12-2021</a:t>
            </a:r>
            <a:endParaRPr/>
          </a:p>
        </p:txBody>
      </p:sp>
      <p:sp>
        <p:nvSpPr>
          <p:cNvPr id="2067531416" name="Google Shape;173;p3:notes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57381983" name="Google Shape;174;p3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307994" name="Google Shape;181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4280777" name="Google Shape;182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82516" name="Google Shape;188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5584696" name="Google Shape;189;p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/>
              <a:t>Anusree</a:t>
            </a:r>
            <a:endParaRPr/>
          </a:p>
        </p:txBody>
      </p:sp>
      <p:sp>
        <p:nvSpPr>
          <p:cNvPr id="2004710942" name="Google Shape;190;p5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302361422" name="Google Shape;191;p5:notes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r>
              <a:rPr lang="en-US"/>
              <a:t>04-12-2021</a:t>
            </a:r>
            <a:endParaRPr/>
          </a:p>
        </p:txBody>
      </p:sp>
      <p:sp>
        <p:nvSpPr>
          <p:cNvPr id="1444678457" name="Google Shape;192;p5:notes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808585199" name="Google Shape;193;p5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245575" name="Google Shape;200;p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306170" name="Google Shape;201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2107532368" name="Google Shape;202;p6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527638843" name="Google Shape;203;p6:notes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r>
              <a:rPr lang="en-US"/>
              <a:t>04-12-2021</a:t>
            </a:r>
            <a:endParaRPr/>
          </a:p>
        </p:txBody>
      </p:sp>
      <p:sp>
        <p:nvSpPr>
          <p:cNvPr id="1134501689" name="Google Shape;204;p6:notes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pPr>
            <a:endParaRPr/>
          </a:p>
        </p:txBody>
      </p:sp>
      <p:sp>
        <p:nvSpPr>
          <p:cNvPr id="1482895364" name="Google Shape;205;p6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478254" name="Google Shape;212;p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84610719" name="Google Shape;213;p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619412" name="Google Shape;219;p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4739871" name="Google Shape;220;p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556444" name="Google Shape;226;p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3201648" name="Google Shape;227;p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15951" name="Google Shape;233;p1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884900788" name="Google Shape;234;p1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5362201" name="Google Shape;23;p2"/>
          <p:cNvGrpSpPr/>
          <p:nvPr/>
        </p:nvGrpSpPr>
        <p:grpSpPr bwMode="auto"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24" name="Google Shape;24;p2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l" t="t" r="r" b="b"/>
              <a:pathLst>
                <a:path w="860" h="2502" fill="norm" stroke="1" extrusionOk="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l" t="t" r="r" b="b"/>
              <a:pathLst>
                <a:path w="842" h="2433" fill="norm" stroke="1" extrusionOk="0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l" t="t" r="r" b="b"/>
              <a:pathLst>
                <a:path w="1220" h="1941" fill="norm" stroke="1" extrusionOk="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l" t="t" r="r" b="b"/>
              <a:pathLst>
                <a:path w="1495" h="1872" fill="norm" stroke="1" extrusionOk="0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"/>
            <p:cNvSpPr/>
            <p:nvPr/>
          </p:nvSpPr>
          <p:spPr bwMode="auto">
            <a:xfrm>
              <a:off x="641350" y="3881437"/>
              <a:ext cx="3340100" cy="2976563"/>
            </a:xfrm>
            <a:custGeom>
              <a:avLst/>
              <a:gdLst/>
              <a:ahLst/>
              <a:cxnLst/>
              <a:rect l="l" t="t" r="r" b="b"/>
              <a:pathLst>
                <a:path w="2104" h="1875" fill="norm" stroke="1" extrusionOk="0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l" t="t" r="r" b="b"/>
              <a:pathLst>
                <a:path w="1676" h="1944" fill="norm" stroke="1" extrusionOk="0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37775065" name="Google Shape;30;p2"/>
          <p:cNvSpPr txBox="1">
            <a:spLocks noGrp="1"/>
          </p:cNvSpPr>
          <p:nvPr>
            <p:ph type="ctrTitle"/>
          </p:nvPr>
        </p:nvSpPr>
        <p:spPr bwMode="auto">
          <a:xfrm>
            <a:off x="1739673" y="914400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652928" name="Google Shape;31;p2"/>
          <p:cNvSpPr txBox="1">
            <a:spLocks noGrp="1"/>
          </p:cNvSpPr>
          <p:nvPr>
            <p:ph type="subTitle" idx="1"/>
          </p:nvPr>
        </p:nvSpPr>
        <p:spPr bwMode="auto"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33906792" name="Google Shape;32;p2"/>
          <p:cNvSpPr txBox="1">
            <a:spLocks noGrp="1"/>
          </p:cNvSpPr>
          <p:nvPr>
            <p:ph type="dt" idx="10"/>
          </p:nvPr>
        </p:nvSpPr>
        <p:spPr bwMode="auto">
          <a:xfrm>
            <a:off x="7325773" y="6117336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5566378" name="Google Shape;33;p2"/>
          <p:cNvSpPr txBox="1">
            <a:spLocks noGrp="1"/>
          </p:cNvSpPr>
          <p:nvPr>
            <p:ph type="ftr" idx="11"/>
          </p:nvPr>
        </p:nvSpPr>
        <p:spPr bwMode="auto">
          <a:xfrm>
            <a:off x="3623733" y="6117336"/>
            <a:ext cx="36094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6034285" name="Google Shape;34;p2"/>
          <p:cNvSpPr txBox="1">
            <a:spLocks noGrp="1"/>
          </p:cNvSpPr>
          <p:nvPr>
            <p:ph type="sldNum" idx="12"/>
          </p:nvPr>
        </p:nvSpPr>
        <p:spPr bwMode="auto">
          <a:xfrm>
            <a:off x="8275320" y="6117336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7914538" name="Google Shape;35;p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l" t="t" r="r" b="b"/>
            <a:pathLst>
              <a:path w="228" h="57" fill="norm" stroke="1" extrusionOk="0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628394853" name="Google Shape;36;p2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l" t="t" r="r" b="b"/>
            <a:pathLst>
              <a:path w="39" h="51" fill="norm" stroke="1" extrusionOk="0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539275" name="Google Shape;38;p3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7771852" name="Google Shape;39;p3"/>
          <p:cNvSpPr txBox="1">
            <a:spLocks noGrp="1"/>
          </p:cNvSpPr>
          <p:nvPr>
            <p:ph type="body" idx="1"/>
          </p:nvPr>
        </p:nvSpPr>
        <p:spPr bwMode="auto">
          <a:xfrm>
            <a:off x="982133" y="2667000"/>
            <a:ext cx="7704667" cy="333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0128865" name="Google Shape;40;p3"/>
          <p:cNvSpPr txBox="1">
            <a:spLocks noGrp="1"/>
          </p:cNvSpPr>
          <p:nvPr>
            <p:ph type="dt" idx="10"/>
          </p:nvPr>
        </p:nvSpPr>
        <p:spPr bwMode="auto">
          <a:xfrm>
            <a:off x="7344329" y="6108173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2851364" name="Google Shape;41;p3"/>
          <p:cNvSpPr txBox="1">
            <a:spLocks noGrp="1"/>
          </p:cNvSpPr>
          <p:nvPr>
            <p:ph type="ftr" idx="11"/>
          </p:nvPr>
        </p:nvSpPr>
        <p:spPr bwMode="auto">
          <a:xfrm>
            <a:off x="1972647" y="6108173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9779375" name="Google Shape;42;p3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895737" name="Google Shape;44;p4"/>
          <p:cNvSpPr txBox="1">
            <a:spLocks noGrp="1"/>
          </p:cNvSpPr>
          <p:nvPr>
            <p:ph type="title"/>
          </p:nvPr>
        </p:nvSpPr>
        <p:spPr bwMode="auto"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8720587" name="Google Shape;45;p4"/>
          <p:cNvSpPr txBox="1">
            <a:spLocks noGrp="1"/>
          </p:cNvSpPr>
          <p:nvPr>
            <p:ph type="body" idx="1"/>
          </p:nvPr>
        </p:nvSpPr>
        <p:spPr bwMode="auto"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43439603" name="Google Shape;46;p4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350120" name="Google Shape;47;p4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8818157" name="Google Shape;48;p4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901644" name="Google Shape;50;p5"/>
          <p:cNvSpPr txBox="1">
            <a:spLocks noGrp="1"/>
          </p:cNvSpPr>
          <p:nvPr>
            <p:ph type="title"/>
          </p:nvPr>
        </p:nvSpPr>
        <p:spPr bwMode="auto">
          <a:xfrm>
            <a:off x="982133" y="685801"/>
            <a:ext cx="7704667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6414877" name="Google Shape;51;p5"/>
          <p:cNvSpPr txBox="1">
            <a:spLocks noGrp="1"/>
          </p:cNvSpPr>
          <p:nvPr>
            <p:ph type="body" idx="1"/>
          </p:nvPr>
        </p:nvSpPr>
        <p:spPr bwMode="auto">
          <a:xfrm>
            <a:off x="982133" y="2667000"/>
            <a:ext cx="3739896" cy="336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688138348" name="Google Shape;52;p5"/>
          <p:cNvSpPr txBox="1">
            <a:spLocks noGrp="1"/>
          </p:cNvSpPr>
          <p:nvPr>
            <p:ph type="body" idx="2"/>
          </p:nvPr>
        </p:nvSpPr>
        <p:spPr bwMode="auto">
          <a:xfrm>
            <a:off x="4946904" y="2667000"/>
            <a:ext cx="3739896" cy="33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113585280" name="Google Shape;53;p5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0450945" name="Google Shape;54;p5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2110589" name="Google Shape;55;p5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22607" name="Google Shape;57;p6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5070343" name="Google Shape;58;p6"/>
          <p:cNvSpPr txBox="1">
            <a:spLocks noGrp="1"/>
          </p:cNvSpPr>
          <p:nvPr>
            <p:ph type="body" idx="1"/>
          </p:nvPr>
        </p:nvSpPr>
        <p:spPr bwMode="auto"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65304644" name="Google Shape;59;p6"/>
          <p:cNvSpPr txBox="1">
            <a:spLocks noGrp="1"/>
          </p:cNvSpPr>
          <p:nvPr>
            <p:ph type="body" idx="2"/>
          </p:nvPr>
        </p:nvSpPr>
        <p:spPr bwMode="auto"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521362744" name="Google Shape;60;p6"/>
          <p:cNvSpPr txBox="1">
            <a:spLocks noGrp="1"/>
          </p:cNvSpPr>
          <p:nvPr>
            <p:ph type="body" idx="3"/>
          </p:nvPr>
        </p:nvSpPr>
        <p:spPr bwMode="auto"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500729003" name="Google Shape;61;p6"/>
          <p:cNvSpPr txBox="1">
            <a:spLocks noGrp="1"/>
          </p:cNvSpPr>
          <p:nvPr>
            <p:ph type="body" idx="4"/>
          </p:nvPr>
        </p:nvSpPr>
        <p:spPr bwMode="auto"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8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070383907" name="Google Shape;62;p6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2445677" name="Google Shape;63;p6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0683876" name="Google Shape;64;p6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205795" name="Google Shape;66;p7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0793767" name="Google Shape;67;p7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1185999" name="Google Shape;68;p7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4279355" name="Google Shape;69;p7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601439" name="Google Shape;71;p8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2220191" name="Google Shape;72;p8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3479627" name="Google Shape;73;p8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90065" name="Google Shape;75;p9"/>
          <p:cNvSpPr txBox="1">
            <a:spLocks noGrp="1"/>
          </p:cNvSpPr>
          <p:nvPr>
            <p:ph type="title"/>
          </p:nvPr>
        </p:nvSpPr>
        <p:spPr bwMode="auto">
          <a:xfrm>
            <a:off x="1113524" y="1600200"/>
            <a:ext cx="266253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7756168" name="Google Shape;76;p9"/>
          <p:cNvSpPr txBox="1">
            <a:spLocks noGrp="1"/>
          </p:cNvSpPr>
          <p:nvPr>
            <p:ph type="body" idx="1"/>
          </p:nvPr>
        </p:nvSpPr>
        <p:spPr bwMode="auto"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2110614401" name="Google Shape;77;p9"/>
          <p:cNvSpPr txBox="1">
            <a:spLocks noGrp="1"/>
          </p:cNvSpPr>
          <p:nvPr>
            <p:ph type="body" idx="2"/>
          </p:nvPr>
        </p:nvSpPr>
        <p:spPr bwMode="auto">
          <a:xfrm>
            <a:off x="1113524" y="2971800"/>
            <a:ext cx="266253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88230297" name="Google Shape;78;p9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6610393" name="Google Shape;79;p9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9615394" name="Google Shape;80;p9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128019" name="Google Shape;82;p10"/>
          <p:cNvSpPr txBox="1">
            <a:spLocks noGrp="1"/>
          </p:cNvSpPr>
          <p:nvPr>
            <p:ph type="title"/>
          </p:nvPr>
        </p:nvSpPr>
        <p:spPr bwMode="auto"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2855925" name="Google Shape;83;p10"/>
          <p:cNvSpPr>
            <a:spLocks noGrp="1"/>
          </p:cNvSpPr>
          <p:nvPr>
            <p:ph type="pic" idx="2"/>
          </p:nvPr>
        </p:nvSpPr>
        <p:spPr bwMode="auto"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248892" name="Google Shape;84;p10"/>
          <p:cNvSpPr txBox="1">
            <a:spLocks noGrp="1"/>
          </p:cNvSpPr>
          <p:nvPr>
            <p:ph type="body" idx="1"/>
          </p:nvPr>
        </p:nvSpPr>
        <p:spPr bwMode="auto"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542620859" name="Google Shape;85;p10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9302745" name="Google Shape;86;p10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4931569" name="Google Shape;87;p10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anoramic Picture with Caption" preserve="0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675618" name="Google Shape;89;p11"/>
          <p:cNvSpPr txBox="1">
            <a:spLocks noGrp="1"/>
          </p:cNvSpPr>
          <p:nvPr>
            <p:ph type="title"/>
          </p:nvPr>
        </p:nvSpPr>
        <p:spPr bwMode="auto"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8758705" name="Google Shape;90;p11"/>
          <p:cNvSpPr>
            <a:spLocks noGrp="1"/>
          </p:cNvSpPr>
          <p:nvPr>
            <p:ph type="pic" idx="2"/>
          </p:nvPr>
        </p:nvSpPr>
        <p:spPr bwMode="auto"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2979428" name="Google Shape;91;p11"/>
          <p:cNvSpPr txBox="1">
            <a:spLocks noGrp="1"/>
          </p:cNvSpPr>
          <p:nvPr>
            <p:ph type="body" idx="1"/>
          </p:nvPr>
        </p:nvSpPr>
        <p:spPr bwMode="auto">
          <a:xfrm>
            <a:off x="1113523" y="5299602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556734448" name="Google Shape;92;p11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9007234" name="Google Shape;93;p11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1559421" name="Google Shape;94;p11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aption" preserve="0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645246" name="Google Shape;96;p12"/>
          <p:cNvSpPr txBox="1">
            <a:spLocks noGrp="1"/>
          </p:cNvSpPr>
          <p:nvPr>
            <p:ph type="title"/>
          </p:nvPr>
        </p:nvSpPr>
        <p:spPr bwMode="auto"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7038544" name="Google Shape;97;p12"/>
          <p:cNvSpPr txBox="1">
            <a:spLocks noGrp="1"/>
          </p:cNvSpPr>
          <p:nvPr>
            <p:ph type="body" idx="1"/>
          </p:nvPr>
        </p:nvSpPr>
        <p:spPr bwMode="auto"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31677949" name="Google Shape;98;p12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4823909" name="Google Shape;99;p12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9074605" name="Google Shape;100;p12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Quote with Caption" preserve="0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424600" name="Google Shape;102;p13"/>
          <p:cNvSpPr txBox="1"/>
          <p:nvPr/>
        </p:nvSpPr>
        <p:spPr bwMode="auto">
          <a:xfrm>
            <a:off x="969421" y="863023"/>
            <a:ext cx="45731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  <a:defRPr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rPr>
              <a:t>“</a:t>
            </a:r>
            <a:endParaRPr/>
          </a:p>
        </p:txBody>
      </p:sp>
      <p:sp>
        <p:nvSpPr>
          <p:cNvPr id="1685256522" name="Google Shape;103;p13"/>
          <p:cNvSpPr txBox="1"/>
          <p:nvPr/>
        </p:nvSpPr>
        <p:spPr bwMode="auto">
          <a:xfrm>
            <a:off x="8172197" y="2819399"/>
            <a:ext cx="45731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  <a:defRPr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rPr>
              <a:t>”</a:t>
            </a:r>
            <a:endParaRPr/>
          </a:p>
        </p:txBody>
      </p:sp>
      <p:sp>
        <p:nvSpPr>
          <p:cNvPr id="952587640" name="Google Shape;104;p13"/>
          <p:cNvSpPr txBox="1">
            <a:spLocks noGrp="1"/>
          </p:cNvSpPr>
          <p:nvPr>
            <p:ph type="title"/>
          </p:nvPr>
        </p:nvSpPr>
        <p:spPr bwMode="auto"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9060784" name="Google Shape;105;p13"/>
          <p:cNvSpPr txBox="1">
            <a:spLocks noGrp="1"/>
          </p:cNvSpPr>
          <p:nvPr>
            <p:ph type="body" idx="1"/>
          </p:nvPr>
        </p:nvSpPr>
        <p:spPr bwMode="auto"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2767073" name="Google Shape;106;p13"/>
          <p:cNvSpPr txBox="1">
            <a:spLocks noGrp="1"/>
          </p:cNvSpPr>
          <p:nvPr>
            <p:ph type="body" idx="2"/>
          </p:nvPr>
        </p:nvSpPr>
        <p:spPr bwMode="auto"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0337030" name="Google Shape;107;p13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8494960" name="Google Shape;108;p13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7500675" name="Google Shape;109;p13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ame Card" preserve="0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480854" name="Google Shape;111;p14"/>
          <p:cNvSpPr txBox="1">
            <a:spLocks noGrp="1"/>
          </p:cNvSpPr>
          <p:nvPr>
            <p:ph type="title"/>
          </p:nvPr>
        </p:nvSpPr>
        <p:spPr bwMode="auto"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0120360" name="Google Shape;112;p14"/>
          <p:cNvSpPr txBox="1">
            <a:spLocks noGrp="1"/>
          </p:cNvSpPr>
          <p:nvPr>
            <p:ph type="body" idx="1"/>
          </p:nvPr>
        </p:nvSpPr>
        <p:spPr bwMode="auto"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8990311" name="Google Shape;113;p14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1136611" name="Google Shape;114;p14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3132820" name="Google Shape;115;p14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Quote Name Card" preserve="0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52893" name="Google Shape;117;p15"/>
          <p:cNvSpPr txBox="1"/>
          <p:nvPr/>
        </p:nvSpPr>
        <p:spPr bwMode="auto">
          <a:xfrm>
            <a:off x="969421" y="863023"/>
            <a:ext cx="45731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  <a:defRPr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rPr>
              <a:t>“</a:t>
            </a:r>
            <a:endParaRPr/>
          </a:p>
        </p:txBody>
      </p:sp>
      <p:sp>
        <p:nvSpPr>
          <p:cNvPr id="857870186" name="Google Shape;118;p15"/>
          <p:cNvSpPr txBox="1"/>
          <p:nvPr/>
        </p:nvSpPr>
        <p:spPr bwMode="auto">
          <a:xfrm>
            <a:off x="8172197" y="2819399"/>
            <a:ext cx="45731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  <a:defRPr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rPr>
              <a:t>”</a:t>
            </a:r>
            <a:endParaRPr/>
          </a:p>
        </p:txBody>
      </p:sp>
      <p:sp>
        <p:nvSpPr>
          <p:cNvPr id="1279329539" name="Google Shape;119;p15"/>
          <p:cNvSpPr txBox="1">
            <a:spLocks noGrp="1"/>
          </p:cNvSpPr>
          <p:nvPr>
            <p:ph type="title"/>
          </p:nvPr>
        </p:nvSpPr>
        <p:spPr bwMode="auto"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0995797" name="Google Shape;120;p15"/>
          <p:cNvSpPr txBox="1">
            <a:spLocks noGrp="1"/>
          </p:cNvSpPr>
          <p:nvPr>
            <p:ph type="body" idx="1"/>
          </p:nvPr>
        </p:nvSpPr>
        <p:spPr bwMode="auto"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0556530" name="Google Shape;121;p15"/>
          <p:cNvSpPr txBox="1">
            <a:spLocks noGrp="1"/>
          </p:cNvSpPr>
          <p:nvPr>
            <p:ph type="body" idx="2"/>
          </p:nvPr>
        </p:nvSpPr>
        <p:spPr bwMode="auto"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45780941" name="Google Shape;122;p15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1487551" name="Google Shape;123;p15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6394579" name="Google Shape;124;p15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ue or False" preserve="0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86200" name="Google Shape;126;p16"/>
          <p:cNvSpPr txBox="1">
            <a:spLocks noGrp="1"/>
          </p:cNvSpPr>
          <p:nvPr>
            <p:ph type="title"/>
          </p:nvPr>
        </p:nvSpPr>
        <p:spPr bwMode="auto"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9586450" name="Google Shape;127;p16"/>
          <p:cNvSpPr txBox="1">
            <a:spLocks noGrp="1"/>
          </p:cNvSpPr>
          <p:nvPr>
            <p:ph type="body" idx="1"/>
          </p:nvPr>
        </p:nvSpPr>
        <p:spPr bwMode="auto">
          <a:xfrm>
            <a:off x="1113524" y="3505199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5449951" name="Google Shape;128;p16"/>
          <p:cNvSpPr txBox="1">
            <a:spLocks noGrp="1"/>
          </p:cNvSpPr>
          <p:nvPr>
            <p:ph type="body" idx="2"/>
          </p:nvPr>
        </p:nvSpPr>
        <p:spPr bwMode="auto"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73613212" name="Google Shape;129;p16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5675678" name="Google Shape;130;p16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9157676" name="Google Shape;131;p16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637477" name="Google Shape;133;p17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838417" name="Google Shape;134;p1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155970" y="493164"/>
            <a:ext cx="3356995" cy="770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1951216" name="Google Shape;135;p17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0251103" name="Google Shape;136;p17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1368191" name="Google Shape;137;p17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236354" name="Google Shape;139;p18"/>
          <p:cNvSpPr txBox="1">
            <a:spLocks noGrp="1"/>
          </p:cNvSpPr>
          <p:nvPr>
            <p:ph type="title"/>
          </p:nvPr>
        </p:nvSpPr>
        <p:spPr bwMode="auto">
          <a:xfrm rot="5400000">
            <a:off x="5412754" y="2574439"/>
            <a:ext cx="5105400" cy="1328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3961563" name="Google Shape;140;p1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569011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8219946" name="Google Shape;141;p18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3394582" name="Google Shape;142;p18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1224148" name="Google Shape;143;p18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9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2035255" name="Google Shape;10;p1"/>
          <p:cNvGrpSpPr/>
          <p:nvPr/>
        </p:nvGrpSpPr>
        <p:grpSpPr bwMode="auto"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1" name="Google Shape;11;p1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l" t="t" r="r" b="b"/>
              <a:pathLst>
                <a:path w="676" h="3333" fill="norm" stroke="1" extrusionOk="0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1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l" t="t" r="r" b="b"/>
              <a:pathLst>
                <a:path w="478" h="2913" fill="norm" stroke="1" extrusionOk="0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1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l" t="t" r="r" b="b"/>
              <a:pathLst>
                <a:path w="571" h="753" fill="norm" stroke="1" extrusionOk="0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 bwMode="auto">
            <a:xfrm>
              <a:off x="0" y="5295899"/>
              <a:ext cx="1487488" cy="1562100"/>
            </a:xfrm>
            <a:custGeom>
              <a:avLst/>
              <a:gdLst/>
              <a:ahLst/>
              <a:cxnLst/>
              <a:rect l="l" t="t" r="r" b="b"/>
              <a:pathLst>
                <a:path w="937" h="984" fill="norm" stroke="1" extrusionOk="0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l" t="t" r="r" b="b"/>
              <a:pathLst>
                <a:path w="1343" h="1008" fill="norm" stroke="1" extrusionOk="0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l" t="t" r="r" b="b"/>
              <a:pathLst>
                <a:path w="868" h="945" fill="norm" stroke="1" extrusionOk="0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2013501140" name="Google Shape;17;p1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86797190" name="Google Shape;18;p1"/>
          <p:cNvSpPr txBox="1">
            <a:spLocks noGrp="1"/>
          </p:cNvSpPr>
          <p:nvPr>
            <p:ph type="body" idx="1"/>
          </p:nvPr>
        </p:nvSpPr>
        <p:spPr bwMode="auto">
          <a:xfrm>
            <a:off x="982134" y="2667000"/>
            <a:ext cx="7704666" cy="335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L="914400" marR="0" lvl="1" indent="-41275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2pPr>
            <a:lvl3pPr marL="1371600" marR="0" lvl="2" indent="-394335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3pPr>
            <a:lvl4pPr marL="1828800" marR="0" lvl="3" indent="-375919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4pPr>
            <a:lvl5pPr marL="2286000" marR="0" lvl="4" indent="-357504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5pPr>
            <a:lvl6pPr marL="2743200" marR="0" lvl="5" indent="-357504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6pPr>
            <a:lvl7pPr marL="3200400" marR="0" lvl="6" indent="-357504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7pPr>
            <a:lvl8pPr marL="3657600" marR="0" lvl="7" indent="-357504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8pPr>
            <a:lvl9pPr marL="4114800" marR="0" lvl="8" indent="-357504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53431975" name="Google Shape;19;p1"/>
          <p:cNvSpPr txBox="1">
            <a:spLocks noGrp="1"/>
          </p:cNvSpPr>
          <p:nvPr>
            <p:ph type="dt" idx="10"/>
          </p:nvPr>
        </p:nvSpPr>
        <p:spPr bwMode="auto"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9170843" name="Google Shape;20;p1"/>
          <p:cNvSpPr txBox="1">
            <a:spLocks noGrp="1"/>
          </p:cNvSpPr>
          <p:nvPr>
            <p:ph type="ftr" idx="11"/>
          </p:nvPr>
        </p:nvSpPr>
        <p:spPr bwMode="auto"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23898204" name="Google Shape;21;p1"/>
          <p:cNvSpPr txBox="1">
            <a:spLocks noGrp="1"/>
          </p:cNvSpPr>
          <p:nvPr>
            <p:ph type="sldNum" idx="12"/>
          </p:nvPr>
        </p:nvSpPr>
        <p:spPr bwMode="auto"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spring.io./" TargetMode="External"/><Relationship Id="rId4" Type="http://schemas.openxmlformats.org/officeDocument/2006/relationships/hyperlink" Target="https://postgresql.org/docs." TargetMode="External"/><Relationship Id="rId5" Type="http://schemas.openxmlformats.org/officeDocument/2006/relationships/hyperlink" Target="https://flutter.dev/docs." TargetMode="External"/><Relationship Id="rId6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095903" name="Google Shape;152;p19"/>
          <p:cNvSpPr txBox="1">
            <a:spLocks noGrp="1"/>
          </p:cNvSpPr>
          <p:nvPr>
            <p:ph type="ctrTitle"/>
          </p:nvPr>
        </p:nvSpPr>
        <p:spPr bwMode="auto">
          <a:xfrm>
            <a:off x="1817463" y="1861169"/>
            <a:ext cx="5653200" cy="68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nstantia"/>
              <a:buNone/>
              <a:defRPr/>
            </a:pPr>
            <a:r>
              <a:rPr lang="en-US" sz="3600" b="1">
                <a:latin typeface="Times New Roman"/>
                <a:cs typeface="Times New Roman"/>
              </a:rPr>
              <a:t>Skill-It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929221446" name="Google Shape;153;p19"/>
          <p:cNvSpPr txBox="1">
            <a:spLocks noGrp="1"/>
          </p:cNvSpPr>
          <p:nvPr>
            <p:ph type="subTitle" idx="1"/>
          </p:nvPr>
        </p:nvSpPr>
        <p:spPr bwMode="auto">
          <a:xfrm>
            <a:off x="3460376" y="3765176"/>
            <a:ext cx="4742330" cy="261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800">
                <a:solidFill>
                  <a:srgbClr val="000000"/>
                </a:solidFill>
              </a:rPr>
              <a:t>                      </a:t>
            </a:r>
            <a:endParaRPr sz="1800"/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l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 sz="1800">
              <a:solidFill>
                <a:srgbClr val="000000"/>
              </a:solidFill>
            </a:endParaRPr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Guide: RASHMI H.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Designation: ASSISTANT PROFESSOR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Science &amp; Engineering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B.M.S. College of Engineering</a:t>
            </a:r>
            <a:endParaRPr sz="160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05094529" name="Google Shape;155;p19"/>
          <p:cNvGraphicFramePr>
            <a:graphicFrameLocks xmlns:a="http://schemas.openxmlformats.org/drawingml/2006/main"/>
          </p:cNvGraphicFramePr>
          <p:nvPr/>
        </p:nvGraphicFramePr>
        <p:xfrm>
          <a:off x="904090" y="2842803"/>
          <a:ext cx="7350700" cy="2709081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{607188F3-BE8C-4967-8F90-EBC977BF5E6D}</a:tableStyleId>
              </a:tblPr>
              <a:tblGrid>
                <a:gridCol w="3675350"/>
                <a:gridCol w="3675350"/>
              </a:tblGrid>
              <a:tr h="1634299"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Name 1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USN1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Name 2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USN2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endParaRPr lang="en-US"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Name 3</a:t>
                      </a:r>
                      <a:endParaRPr lang="en-US" sz="1600"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USN3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5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SHASHANK SHANTHARAM NAYAK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1BM23CS313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SOHAM HATHI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1BM23CS335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SRUSHTI SUNKAD</a:t>
                      </a:r>
                      <a:endParaRPr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</a:rPr>
                        <a:t>1BM23CS341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5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</a:tr>
              <a:tr h="575511"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5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  <a:defRPr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9E9E9E">
                          <a:alpha val="0"/>
                        </a:srgbClr>
                      </a:solidFill>
                    </a:lnL>
                    <a:lnR w="9525" algn="ctr">
                      <a:solidFill>
                        <a:srgbClr val="9E9E9E">
                          <a:alpha val="0"/>
                        </a:srgbClr>
                      </a:solidFill>
                    </a:lnR>
                    <a:lnT w="9525" algn="ctr">
                      <a:solidFill>
                        <a:srgbClr val="9E9E9E">
                          <a:alpha val="0"/>
                        </a:srgbClr>
                      </a:solidFill>
                    </a:lnT>
                    <a:lnB w="9525" algn="ctr">
                      <a:solidFill>
                        <a:srgbClr val="9E9E9E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61614622" name="Google Shape;152;p19"/>
          <p:cNvSpPr txBox="1"/>
          <p:nvPr/>
        </p:nvSpPr>
        <p:spPr bwMode="auto">
          <a:xfrm>
            <a:off x="1748118" y="346133"/>
            <a:ext cx="6352407" cy="127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  <a:defRPr sz="5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SzPts val="4800"/>
              <a:defRPr/>
            </a:pPr>
            <a:r>
              <a:rPr lang="en-US" sz="3200" b="1">
                <a:latin typeface="Times New Roman"/>
                <a:cs typeface="Times New Roman"/>
              </a:rPr>
              <a:t>Mobile Application Development</a:t>
            </a:r>
            <a:endParaRPr/>
          </a:p>
          <a:p>
            <a:pPr algn="ctr">
              <a:buSzPts val="4800"/>
              <a:defRPr/>
            </a:pPr>
            <a:r>
              <a:rPr lang="en-US" sz="3200" b="1">
                <a:latin typeface="Times New Roman"/>
                <a:cs typeface="Times New Roman"/>
              </a:rPr>
              <a:t>Review 2</a:t>
            </a:r>
            <a:endParaRPr/>
          </a:p>
        </p:txBody>
      </p:sp>
      <p:pic>
        <p:nvPicPr>
          <p:cNvPr id="1396277700" name="Picture 77140344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5" y="555877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201963" name="Google Shape;164;p20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/>
            </a:pPr>
            <a:r>
              <a:rPr lang="en-US" sz="3200" b="1">
                <a:latin typeface="Times New Roman"/>
                <a:cs typeface="Times New Roman"/>
              </a:rPr>
              <a:t>OUTLINE</a:t>
            </a:r>
            <a:endParaRPr sz="3200" b="1">
              <a:latin typeface="Times New Roman"/>
              <a:cs typeface="Times New Roman"/>
            </a:endParaRPr>
          </a:p>
        </p:txBody>
      </p:sp>
      <p:sp>
        <p:nvSpPr>
          <p:cNvPr id="706136014" name="Google Shape;165;p20"/>
          <p:cNvSpPr txBox="1">
            <a:spLocks noGrp="1"/>
          </p:cNvSpPr>
          <p:nvPr>
            <p:ph type="body" idx="1"/>
          </p:nvPr>
        </p:nvSpPr>
        <p:spPr bwMode="auto">
          <a:xfrm>
            <a:off x="1828799" y="2438401"/>
            <a:ext cx="6430167" cy="328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29260" algn="just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Introduction 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marL="457200" lvl="0" indent="-429260" algn="just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Hardware and Software Requirements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marL="457200" lvl="0" indent="-429260" algn="just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Module description</a:t>
            </a:r>
            <a:endParaRPr>
              <a:latin typeface="Times New Roman"/>
              <a:cs typeface="Times New Roman"/>
            </a:endParaRPr>
          </a:p>
          <a:p>
            <a:pPr lvl="0" indent="-429260" algn="just">
              <a:spcBef>
                <a:spcPts val="480"/>
              </a:spcBef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Database Table Screen shots</a:t>
            </a:r>
            <a:endParaRPr/>
          </a:p>
          <a:p>
            <a:pPr lvl="0" indent="-429260" algn="just">
              <a:spcBef>
                <a:spcPts val="480"/>
              </a:spcBef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ER Diagram </a:t>
            </a:r>
            <a:endParaRPr/>
          </a:p>
          <a:p>
            <a:pPr lvl="0" indent="-429260" algn="just">
              <a:spcBef>
                <a:spcPts val="480"/>
              </a:spcBef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Design Layouts: Screen Shots of Mobile App </a:t>
            </a:r>
            <a:endParaRPr/>
          </a:p>
          <a:p>
            <a:pPr lvl="0" indent="-429260" algn="just">
              <a:spcBef>
                <a:spcPts val="480"/>
              </a:spcBef>
              <a:buSzPts val="1600"/>
              <a:buFont typeface="Times New Roman"/>
              <a:buAutoNum type="arabicPeriod"/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marL="457200" lvl="0" indent="-327660" algn="just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/>
          </a:p>
          <a:p>
            <a:pPr marL="457200" lvl="0" indent="-327660" algn="l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/>
          </a:p>
          <a:p>
            <a:pPr marL="0" lvl="0" indent="0" algn="l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/>
          </a:p>
        </p:txBody>
      </p:sp>
      <p:sp>
        <p:nvSpPr>
          <p:cNvPr id="921831284" name="Google Shape;166;p20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151410581" name="Picture 205644261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57479" name="Google Shape;176;p21"/>
          <p:cNvSpPr txBox="1">
            <a:spLocks noGrp="1"/>
          </p:cNvSpPr>
          <p:nvPr>
            <p:ph type="title"/>
          </p:nvPr>
        </p:nvSpPr>
        <p:spPr bwMode="auto">
          <a:xfrm>
            <a:off x="982133" y="191589"/>
            <a:ext cx="7704667" cy="144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/>
            </a:pPr>
            <a:r>
              <a:rPr lang="en-US" sz="3200" b="1">
                <a:latin typeface="Times New Roman"/>
                <a:cs typeface="Times New Roman"/>
              </a:rPr>
              <a:t>Introduction</a:t>
            </a:r>
            <a:endParaRPr sz="3200" b="1">
              <a:latin typeface="Times New Roman"/>
              <a:cs typeface="Times New Roman"/>
            </a:endParaRPr>
          </a:p>
        </p:txBody>
      </p:sp>
      <p:sp>
        <p:nvSpPr>
          <p:cNvPr id="2003296947" name="Google Shape;177;p21"/>
          <p:cNvSpPr txBox="1">
            <a:spLocks noGrp="1"/>
          </p:cNvSpPr>
          <p:nvPr>
            <p:ph type="body" idx="1"/>
          </p:nvPr>
        </p:nvSpPr>
        <p:spPr bwMode="auto">
          <a:xfrm>
            <a:off x="1201782" y="1558834"/>
            <a:ext cx="7384869" cy="432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None/>
              <a:defRPr/>
            </a:pPr>
            <a:r>
              <a:rPr lang="en-US" b="1"/>
              <a:t>Skill It</a:t>
            </a:r>
            <a:r>
              <a:rPr lang="en-US"/>
              <a:t> is a mobile app designed to manage college fests, events, and competitions more efficiently. It allows students to register for events, view schedules, and receive real-time updates. Organizers can easily manage registrations, volunteers, and announcements. The app aims to simplify event coordination while boosting student participation and skill development.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8706353" name="Google Shape;178;p21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856916891" name="Picture 10935786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007240" name="Google Shape;184;p22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32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  <a:defRPr/>
            </a:pPr>
            <a:r>
              <a:rPr lang="en-US" sz="3200" b="1">
                <a:latin typeface="Times New Roman"/>
                <a:cs typeface="Times New Roman"/>
              </a:rPr>
              <a:t>Hardware and Software Requirements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48955733" name="Google Shape;185;p22"/>
          <p:cNvSpPr txBox="1">
            <a:spLocks noGrp="1"/>
          </p:cNvSpPr>
          <p:nvPr>
            <p:ph type="body" idx="1"/>
          </p:nvPr>
        </p:nvSpPr>
        <p:spPr bwMode="auto">
          <a:xfrm>
            <a:off x="982132" y="1576251"/>
            <a:ext cx="7704667" cy="442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None/>
              <a:defRPr/>
            </a:pPr>
            <a:r>
              <a:rPr lang="en-US" sz="2000" b="1"/>
              <a:t>🔧 Hardware Requirements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Android smartphone (Android 8.0 or above)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Minimum 2 GB RAM, 100 MB storage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Server for admin panel (4GB RAM, 100GB storage)</a:t>
            </a:r>
            <a:endParaRPr/>
          </a:p>
          <a:p>
            <a:pPr>
              <a:buNone/>
              <a:defRPr/>
            </a:pPr>
            <a:r>
              <a:rPr lang="en-US" sz="2000" b="1"/>
              <a:t>🔧Software Requirements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Android Studio (IDE)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Spring Boot/Java for Backend design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PostgreSQL for database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Flutter for Frontend design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000"/>
              <a:t>Figma  for UI design</a:t>
            </a:r>
            <a:endParaRPr lang="en-US" sz="1800"/>
          </a:p>
          <a:p>
            <a:pPr marL="285750" lvl="0" indent="-64770" algn="l">
              <a:spcBef>
                <a:spcPts val="0"/>
              </a:spcBef>
              <a:spcAft>
                <a:spcPts val="0"/>
              </a:spcAft>
              <a:buSzPts val="3480"/>
              <a:buNone/>
              <a:defRPr/>
            </a:pPr>
            <a:endParaRPr/>
          </a:p>
        </p:txBody>
      </p:sp>
      <p:sp>
        <p:nvSpPr>
          <p:cNvPr id="1595253999" name="Google Shape;186;p22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505673200" name="Picture 137349928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262609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1149" name="Google Shape;195;p23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577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  <a:defRPr/>
            </a:pPr>
            <a:r>
              <a:rPr lang="en-US" sz="3200" b="1">
                <a:latin typeface="Times New Roman"/>
                <a:cs typeface="Times New Roman"/>
              </a:rPr>
              <a:t>Module description</a:t>
            </a:r>
            <a:endParaRPr/>
          </a:p>
        </p:txBody>
      </p:sp>
      <p:sp>
        <p:nvSpPr>
          <p:cNvPr id="673961673" name="Google Shape;197;p23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425187580" name="Picture 31011239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  <p:sp>
        <p:nvSpPr>
          <p:cNvPr id="1806859249" name="TextBox 1"/>
          <p:cNvSpPr txBox="1"/>
          <p:nvPr/>
        </p:nvSpPr>
        <p:spPr bwMode="auto">
          <a:xfrm>
            <a:off x="1744067" y="1814677"/>
            <a:ext cx="5665409" cy="19206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lnSpc>
                <a:spcPts val="2400"/>
              </a:lnSpc>
              <a:buChar char="•"/>
              <a:defRPr/>
            </a:pPr>
            <a:r>
              <a:rPr lang="en-US" sz="2000" b="1">
                <a:latin typeface="Corbel"/>
                <a:cs typeface="Segoe UI"/>
              </a:rPr>
              <a:t>Hire: Search for a particular user with some required skill and view his profile.</a:t>
            </a:r>
            <a:endParaRPr/>
          </a:p>
          <a:p>
            <a:pPr marL="342900" indent="-342900">
              <a:lnSpc>
                <a:spcPts val="2400"/>
              </a:lnSpc>
              <a:buChar char="•"/>
              <a:defRPr/>
            </a:pPr>
            <a:r>
              <a:rPr lang="en-US" sz="2000" b="1">
                <a:latin typeface="Corbel"/>
                <a:cs typeface="Segoe UI"/>
              </a:rPr>
              <a:t>Apply for new Skills: Allows users to add </a:t>
            </a:r>
            <a:r>
              <a:rPr lang="en-US" sz="2000" b="1">
                <a:latin typeface="Corbel"/>
                <a:cs typeface="Segoe UI"/>
              </a:rPr>
              <a:t>skillsets for public dissemination.</a:t>
            </a:r>
            <a:endParaRPr lang="en-US" sz="2000" b="1">
              <a:latin typeface="Corbel"/>
              <a:cs typeface="Segoe UI"/>
            </a:endParaRPr>
          </a:p>
          <a:p>
            <a:pPr marL="342900" indent="-342900">
              <a:lnSpc>
                <a:spcPts val="2400"/>
              </a:lnSpc>
              <a:buChar char="•"/>
              <a:defRPr/>
            </a:pPr>
            <a:r>
              <a:rPr lang="en-US" sz="2000" b="1">
                <a:latin typeface="Corbel"/>
                <a:cs typeface="Segoe UI"/>
              </a:rPr>
              <a:t>Call and Mail function: On viewing a profile, users can contact people by either call or mail.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665724" name="Google Shape;207;p24"/>
          <p:cNvSpPr txBox="1">
            <a:spLocks noGrp="1"/>
          </p:cNvSpPr>
          <p:nvPr>
            <p:ph type="title"/>
          </p:nvPr>
        </p:nvSpPr>
        <p:spPr bwMode="auto">
          <a:xfrm>
            <a:off x="982133" y="226423"/>
            <a:ext cx="7704667" cy="1030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  <a:defRPr/>
            </a:pPr>
            <a:r>
              <a:rPr lang="en-US" sz="3200" b="1">
                <a:latin typeface="Times New Roman"/>
                <a:cs typeface="Times New Roman"/>
              </a:rPr>
              <a:t>Database Table Screenshots</a:t>
            </a:r>
            <a:endParaRPr/>
          </a:p>
        </p:txBody>
      </p:sp>
      <p:sp>
        <p:nvSpPr>
          <p:cNvPr id="568015851" name="Google Shape;209;p24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214149846" name="Picture 183372592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  <p:pic>
        <p:nvPicPr>
          <p:cNvPr id="1766422136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07375" y="1351153"/>
            <a:ext cx="8336623" cy="1955560"/>
          </a:xfrm>
          <a:prstGeom prst="rect">
            <a:avLst/>
          </a:prstGeom>
        </p:spPr>
      </p:pic>
      <p:pic>
        <p:nvPicPr>
          <p:cNvPr id="104428953" name="Picture 4" descr="A white background with black text&#10;&#10;AI-generated content may b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27314" y="3353712"/>
            <a:ext cx="8316686" cy="1397123"/>
          </a:xfrm>
          <a:prstGeom prst="rect">
            <a:avLst/>
          </a:prstGeom>
        </p:spPr>
      </p:pic>
      <p:pic>
        <p:nvPicPr>
          <p:cNvPr id="1256122224" name="Picture 8" descr="A white background with black text&#10;&#10;AI-generated content may b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27312" y="4797834"/>
            <a:ext cx="8316685" cy="1216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942218" name="Google Shape;217;p25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12434836" name="Picture 180065565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  <p:sp>
        <p:nvSpPr>
          <p:cNvPr id="1620593212" name="Title 6"/>
          <p:cNvSpPr>
            <a:spLocks noGrp="1"/>
          </p:cNvSpPr>
          <p:nvPr>
            <p:ph type="title"/>
          </p:nvPr>
        </p:nvSpPr>
        <p:spPr bwMode="auto">
          <a:xfrm flipH="1">
            <a:off x="1010194" y="139337"/>
            <a:ext cx="8104438" cy="1349829"/>
          </a:xfrm>
        </p:spPr>
        <p:txBody>
          <a:bodyPr/>
          <a:lstStyle/>
          <a:p>
            <a:pPr>
              <a:defRPr/>
            </a:pPr>
            <a:r>
              <a:rPr lang="en-US"/>
              <a:t>ER DIAGRAM</a:t>
            </a:r>
            <a:endParaRPr/>
          </a:p>
        </p:txBody>
      </p:sp>
      <p:pic>
        <p:nvPicPr>
          <p:cNvPr id="1989379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595911" y="1489165"/>
            <a:ext cx="5952177" cy="4625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007713" name="Google Shape;222;p26"/>
          <p:cNvSpPr txBox="1">
            <a:spLocks noGrp="1"/>
          </p:cNvSpPr>
          <p:nvPr>
            <p:ph type="title"/>
          </p:nvPr>
        </p:nvSpPr>
        <p:spPr bwMode="auto">
          <a:xfrm>
            <a:off x="869576" y="457201"/>
            <a:ext cx="8086164" cy="91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  <a:defRPr/>
            </a:pPr>
            <a:r>
              <a:rPr lang="en-US" sz="3200" b="1">
                <a:latin typeface="Times New Roman"/>
                <a:ea typeface="Times New Roman"/>
                <a:cs typeface="Times New Roman"/>
              </a:rPr>
              <a:t>Design Layouts: Screen Shots of Mobile App </a:t>
            </a:r>
            <a:endParaRPr/>
          </a:p>
        </p:txBody>
      </p:sp>
      <p:sp>
        <p:nvSpPr>
          <p:cNvPr id="908440503" name="Google Shape;224;p26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19078365" name="Picture 12" descr="A screenshot of a contact form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31816" y="1893105"/>
            <a:ext cx="1860069" cy="3305409"/>
          </a:xfrm>
          <a:prstGeom prst="rect">
            <a:avLst/>
          </a:prstGeom>
        </p:spPr>
      </p:pic>
      <p:pic>
        <p:nvPicPr>
          <p:cNvPr id="607206073" name="Picture 16" descr="A screenshot of a application form&#10;&#10;AI-generated content may b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87434" y="1893106"/>
            <a:ext cx="1556222" cy="3305409"/>
          </a:xfrm>
          <a:prstGeom prst="rect">
            <a:avLst/>
          </a:prstGeom>
        </p:spPr>
      </p:pic>
      <p:pic>
        <p:nvPicPr>
          <p:cNvPr id="1436600538" name="Picture 18" descr="A white background with pink and black lines&#10;&#10;AI-generated content may b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963795" y="1827793"/>
            <a:ext cx="1653732" cy="3370721"/>
          </a:xfrm>
          <a:prstGeom prst="rect">
            <a:avLst/>
          </a:prstGeom>
        </p:spPr>
      </p:pic>
      <p:pic>
        <p:nvPicPr>
          <p:cNvPr id="1406367272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3185202" y="1893105"/>
            <a:ext cx="1624298" cy="3305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827945" name="Google Shape;229;p27"/>
          <p:cNvSpPr txBox="1">
            <a:spLocks noGrp="1"/>
          </p:cNvSpPr>
          <p:nvPr>
            <p:ph type="title"/>
          </p:nvPr>
        </p:nvSpPr>
        <p:spPr bwMode="auto">
          <a:xfrm>
            <a:off x="982133" y="457201"/>
            <a:ext cx="7704667" cy="115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/>
            </a:pPr>
            <a:r>
              <a:rPr lang="en-US" sz="3200">
                <a:latin typeface="Times New Roman"/>
                <a:ea typeface="Times New Roman"/>
                <a:cs typeface="Times New Roman"/>
              </a:rPr>
              <a:t>References</a:t>
            </a:r>
            <a:endParaRPr sz="3200"/>
          </a:p>
        </p:txBody>
      </p:sp>
      <p:sp>
        <p:nvSpPr>
          <p:cNvPr id="909904826" name="Google Shape;230;p27"/>
          <p:cNvSpPr txBox="1">
            <a:spLocks noGrp="1"/>
          </p:cNvSpPr>
          <p:nvPr>
            <p:ph type="body" idx="1"/>
          </p:nvPr>
        </p:nvSpPr>
        <p:spPr bwMode="auto">
          <a:xfrm>
            <a:off x="982133" y="1775012"/>
            <a:ext cx="7704667" cy="422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None/>
              <a:defRPr/>
            </a:pP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[1]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Spring Boot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.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 ‘Spring Boot Documentation’. Retrieved from 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https://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docs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.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spring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.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io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3" tooltip="https://docs.spring.io./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  <a:defRPr/>
            </a:pP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[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2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]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PostgreSQL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. ‘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PostgreSQL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Documentation’. Retrieved from 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https://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postgresql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.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org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/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4" tooltip="https://postgresql.org/docs."/>
              </a:rPr>
              <a:t>docs.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 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  <a:defRPr/>
            </a:pP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[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3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]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Flutter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.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‘Flutter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Documentation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’. </a:t>
            </a:r>
            <a:r>
              <a:rPr lang="en-US" sz="1800">
                <a:solidFill>
                  <a:schemeClr val="tx1"/>
                </a:solidFill>
                <a:ea typeface="Times New Roman"/>
                <a:cs typeface="Arial"/>
              </a:rPr>
              <a:t>Retrieved from 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5" tooltip="https://flutter.dev/docs."/>
              </a:rPr>
              <a:t>https://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5" tooltip="https://flutter.dev/docs."/>
              </a:rPr>
              <a:t>flutter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5" tooltip="https://flutter.dev/docs."/>
              </a:rPr>
              <a:t>.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5" tooltip="https://flutter.dev/docs."/>
              </a:rPr>
              <a:t>dev</a:t>
            </a:r>
            <a:r>
              <a:rPr lang="en-US" sz="1800" u="sng">
                <a:solidFill>
                  <a:schemeClr val="tx1"/>
                </a:solidFill>
                <a:ea typeface="Times New Roman"/>
                <a:cs typeface="Arial"/>
                <a:hlinkClick r:id="rId5" tooltip="https://flutter.dev/docs."/>
              </a:rPr>
              <a:t>/docs.</a:t>
            </a:r>
            <a:endParaRPr lang="en-US">
              <a:solidFill>
                <a:schemeClr val="tx1"/>
              </a:solidFill>
            </a:endParaRPr>
          </a:p>
          <a:p>
            <a:pPr marL="285750" indent="-64770">
              <a:spcBef>
                <a:spcPts val="0"/>
              </a:spcBef>
              <a:buSzPts val="3480"/>
              <a:buNone/>
              <a:defRPr/>
            </a:pPr>
            <a:endParaRPr lang="en-US">
              <a:solidFill>
                <a:schemeClr val="tx1"/>
              </a:solidFill>
              <a:ea typeface="Times New Roman"/>
              <a:cs typeface="Arial"/>
            </a:endParaRPr>
          </a:p>
        </p:txBody>
      </p:sp>
      <p:sp>
        <p:nvSpPr>
          <p:cNvPr id="1773191327" name="Google Shape;231;p27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927194827" name="Picture 423212213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44051" name="Google Shape;236;p28"/>
          <p:cNvSpPr txBox="1">
            <a:spLocks noGrp="1"/>
          </p:cNvSpPr>
          <p:nvPr>
            <p:ph type="body" idx="1"/>
          </p:nvPr>
        </p:nvSpPr>
        <p:spPr bwMode="auto">
          <a:xfrm>
            <a:off x="671900" y="602400"/>
            <a:ext cx="77385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2040"/>
              <a:buNone/>
              <a:defRPr/>
            </a:pPr>
            <a:endParaRPr b="1"/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 b="1"/>
          </a:p>
          <a:p>
            <a:pPr marL="0" lvl="0" indent="0" algn="ctr">
              <a:spcBef>
                <a:spcPts val="480"/>
              </a:spcBef>
              <a:spcAft>
                <a:spcPts val="0"/>
              </a:spcAft>
              <a:buSzPts val="2040"/>
              <a:buNone/>
              <a:defRPr/>
            </a:pPr>
            <a:endParaRPr b="1"/>
          </a:p>
          <a:p>
            <a:pPr marL="0" lvl="0" indent="0" algn="ctr">
              <a:spcBef>
                <a:spcPts val="800"/>
              </a:spcBef>
              <a:spcAft>
                <a:spcPts val="0"/>
              </a:spcAft>
              <a:buSzPts val="3400"/>
              <a:buNone/>
              <a:defRPr/>
            </a:pPr>
            <a:endParaRPr sz="4000" b="1"/>
          </a:p>
          <a:p>
            <a:pPr marL="0" lvl="0" indent="0" algn="ctr">
              <a:spcBef>
                <a:spcPts val="800"/>
              </a:spcBef>
              <a:spcAft>
                <a:spcPts val="0"/>
              </a:spcAft>
              <a:buSzPts val="3400"/>
              <a:buNone/>
              <a:defRPr/>
            </a:pPr>
            <a:r>
              <a:rPr lang="en-US" sz="4000" b="1">
                <a:solidFill>
                  <a:schemeClr val="dk1"/>
                </a:solidFill>
                <a:latin typeface="Times New Roman"/>
                <a:cs typeface="Times New Roman"/>
              </a:rPr>
              <a:t>THANK YOU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319266971" name="Google Shape;237;p28"/>
          <p:cNvSpPr txBox="1">
            <a:spLocks noGrp="1"/>
          </p:cNvSpPr>
          <p:nvPr>
            <p:ph type="sldNum" idx="12"/>
          </p:nvPr>
        </p:nvSpPr>
        <p:spPr bwMode="auto"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rbel"/>
              <a:buNone/>
              <a:defRPr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450245152" name="Picture 114409584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544" y="555876"/>
            <a:ext cx="857979" cy="85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/>
  <cp:revision>170</cp:revision>
  <dcterms:modified xsi:type="dcterms:W3CDTF">2025-06-08T15:18:00Z</dcterms:modified>
</cp:coreProperties>
</file>