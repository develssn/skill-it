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howSpecialPlsOnTitleSld="0" strictFirstAndLastChars="0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607188F3-BE8C-4967-8F90-EBC977BF5E6D}">
  <a:tblStyle styleId="{607188F3-BE8C-4967-8F90-EBC977BF5E6D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" d="2"/>
          <a:sy n="1" d="2"/>
        </p:scale>
        <p:origin x="0" y="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683560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9030328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15250948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4437673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45327127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94560095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20769" name="Google Shape;14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875178" name="Google Shape;146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/>
              <a:t>Arpana</a:t>
            </a:r>
            <a:endParaRPr/>
          </a:p>
        </p:txBody>
      </p:sp>
      <p:sp>
        <p:nvSpPr>
          <p:cNvPr id="103640279" name="Google Shape;147;p1:notes"/>
          <p:cNvSpPr txBox="1">
            <a:spLocks noGrp="1"/>
          </p:cNvSpPr>
          <p:nvPr>
            <p:ph type="hdr" idx="3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454488198" name="Google Shape;148;p1:notes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1218427514" name="Google Shape;149;p1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1031767334" name="Google Shape;150;p1:notes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r>
              <a:rPr lang="en-US"/>
              <a:t>04-12-2021</a:t>
            </a:r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430279" name="Google Shape;157;p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342971" name="Google Shape;158;p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/>
              <a:t>ap</a:t>
            </a:r>
            <a:endParaRPr/>
          </a:p>
        </p:txBody>
      </p:sp>
      <p:sp>
        <p:nvSpPr>
          <p:cNvPr id="478652765" name="Google Shape;159;p2:notes"/>
          <p:cNvSpPr txBox="1">
            <a:spLocks noGrp="1"/>
          </p:cNvSpPr>
          <p:nvPr>
            <p:ph type="hdr" idx="3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421202940" name="Google Shape;160;p2:notes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138214151" name="Google Shape;161;p2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1407712630" name="Google Shape;162;p2:notes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r>
              <a:rPr lang="en-US"/>
              <a:t>04-12-2021</a:t>
            </a:r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240970" name="Google Shape;169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0949622" name="Google Shape;170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/>
              <a:t>Niha</a:t>
            </a:r>
            <a:endParaRPr/>
          </a:p>
        </p:txBody>
      </p:sp>
      <p:sp>
        <p:nvSpPr>
          <p:cNvPr id="893845662" name="Google Shape;171;p3:notes"/>
          <p:cNvSpPr txBox="1">
            <a:spLocks noGrp="1"/>
          </p:cNvSpPr>
          <p:nvPr>
            <p:ph type="hdr" idx="3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1901460990" name="Google Shape;172;p3:notes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r>
              <a:rPr lang="en-US"/>
              <a:t>04-12-2021</a:t>
            </a:r>
            <a:endParaRPr/>
          </a:p>
        </p:txBody>
      </p:sp>
      <p:sp>
        <p:nvSpPr>
          <p:cNvPr id="769575717" name="Google Shape;173;p3:notes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2076194619" name="Google Shape;174;p3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845009" name="Google Shape;181;p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0938431" name="Google Shape;182;p4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629805" name="Google Shape;188;p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1309982" name="Google Shape;189;p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/>
              <a:t>Anusree</a:t>
            </a:r>
            <a:endParaRPr/>
          </a:p>
        </p:txBody>
      </p:sp>
      <p:sp>
        <p:nvSpPr>
          <p:cNvPr id="299248216" name="Google Shape;190;p5:notes"/>
          <p:cNvSpPr txBox="1">
            <a:spLocks noGrp="1"/>
          </p:cNvSpPr>
          <p:nvPr>
            <p:ph type="hdr" idx="3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1524980707" name="Google Shape;191;p5:notes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r>
              <a:rPr lang="en-US"/>
              <a:t>04-12-2021</a:t>
            </a:r>
            <a:endParaRPr/>
          </a:p>
        </p:txBody>
      </p:sp>
      <p:sp>
        <p:nvSpPr>
          <p:cNvPr id="1584436237" name="Google Shape;192;p5:notes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584236709" name="Google Shape;193;p5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516457" name="Google Shape;200;p6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4619252" name="Google Shape;201;p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  <p:sp>
        <p:nvSpPr>
          <p:cNvPr id="890257655" name="Google Shape;202;p6:notes"/>
          <p:cNvSpPr txBox="1">
            <a:spLocks noGrp="1"/>
          </p:cNvSpPr>
          <p:nvPr>
            <p:ph type="hdr" idx="3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107081326" name="Google Shape;203;p6:notes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r>
              <a:rPr lang="en-US"/>
              <a:t>04-12-2021</a:t>
            </a:r>
            <a:endParaRPr/>
          </a:p>
        </p:txBody>
      </p:sp>
      <p:sp>
        <p:nvSpPr>
          <p:cNvPr id="913252498" name="Google Shape;204;p6:notes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pPr>
            <a:endParaRPr/>
          </a:p>
        </p:txBody>
      </p:sp>
      <p:sp>
        <p:nvSpPr>
          <p:cNvPr id="270811968" name="Google Shape;205;p6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225905" name="Google Shape;212;p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73579378" name="Google Shape;213;p7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076407" name="Google Shape;219;p8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3415301" name="Google Shape;220;p8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946303" name="Google Shape;226;p9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5108840" name="Google Shape;227;p9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325875" name="Google Shape;233;p1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  <p:sp>
        <p:nvSpPr>
          <p:cNvPr id="1105248841" name="Google Shape;234;p1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623078" name="Google Shape;23;p2"/>
          <p:cNvGrpSpPr/>
          <p:nvPr/>
        </p:nvGrpSpPr>
        <p:grpSpPr bwMode="auto"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24" name="Google Shape;24;p2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l" t="t" r="r" b="b"/>
              <a:pathLst>
                <a:path w="860" h="2502" fill="norm" stroke="1" extrusionOk="0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Google Shape;25;p2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l" t="t" r="r" b="b"/>
              <a:pathLst>
                <a:path w="842" h="2433" fill="norm" stroke="1" extrusionOk="0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Google Shape;26;p2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l" t="t" r="r" b="b"/>
              <a:pathLst>
                <a:path w="1220" h="1941" fill="norm" stroke="1" extrusionOk="0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Google Shape;27;p2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l" t="t" r="r" b="b"/>
              <a:pathLst>
                <a:path w="1495" h="1872" fill="norm" stroke="1" extrusionOk="0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rgbClr val="0B5982"/>
            </a:solidFill>
            <a:ln>
              <a:noFill/>
            </a:ln>
          </p:spPr>
        </p:sp>
        <p:sp>
          <p:nvSpPr>
            <p:cNvPr id="28" name="Google Shape;28;p2"/>
            <p:cNvSpPr/>
            <p:nvPr/>
          </p:nvSpPr>
          <p:spPr bwMode="auto">
            <a:xfrm>
              <a:off x="641350" y="3881437"/>
              <a:ext cx="3340100" cy="2976563"/>
            </a:xfrm>
            <a:custGeom>
              <a:avLst/>
              <a:gdLst/>
              <a:ahLst/>
              <a:cxnLst/>
              <a:rect l="l" t="t" r="r" b="b"/>
              <a:pathLst>
                <a:path w="2104" h="1875" fill="norm" stroke="1" extrusionOk="0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6C3"/>
            </a:solidFill>
            <a:ln>
              <a:noFill/>
            </a:ln>
          </p:spPr>
        </p:sp>
        <p:sp>
          <p:nvSpPr>
            <p:cNvPr id="29" name="Google Shape;29;p2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l" t="t" r="r" b="b"/>
              <a:pathLst>
                <a:path w="1676" h="1944" fill="norm" stroke="1" extrusionOk="0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rgbClr val="3F3F3F"/>
            </a:solidFill>
            <a:ln>
              <a:noFill/>
            </a:ln>
          </p:spPr>
        </p:sp>
      </p:grpSp>
      <p:sp>
        <p:nvSpPr>
          <p:cNvPr id="1689224662" name="Google Shape;30;p2"/>
          <p:cNvSpPr txBox="1">
            <a:spLocks noGrp="1"/>
          </p:cNvSpPr>
          <p:nvPr>
            <p:ph type="ctrTitle"/>
          </p:nvPr>
        </p:nvSpPr>
        <p:spPr bwMode="auto">
          <a:xfrm>
            <a:off x="1739673" y="914400"/>
            <a:ext cx="6947127" cy="3488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orbel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58054613" name="Google Shape;31;p2"/>
          <p:cNvSpPr txBox="1">
            <a:spLocks noGrp="1"/>
          </p:cNvSpPr>
          <p:nvPr>
            <p:ph type="subTitle" idx="1"/>
          </p:nvPr>
        </p:nvSpPr>
        <p:spPr bwMode="auto">
          <a:xfrm>
            <a:off x="2924238" y="4402666"/>
            <a:ext cx="5762563" cy="1364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360"/>
              </a:spcBef>
              <a:spcAft>
                <a:spcPts val="0"/>
              </a:spcAft>
              <a:buSzPts val="261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29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261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232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2030"/>
              <a:buNone/>
              <a:defRPr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1163746" name="Google Shape;32;p2"/>
          <p:cNvSpPr txBox="1">
            <a:spLocks noGrp="1"/>
          </p:cNvSpPr>
          <p:nvPr>
            <p:ph type="dt" idx="10"/>
          </p:nvPr>
        </p:nvSpPr>
        <p:spPr bwMode="auto">
          <a:xfrm>
            <a:off x="7325773" y="6117336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62930176" name="Google Shape;33;p2"/>
          <p:cNvSpPr txBox="1">
            <a:spLocks noGrp="1"/>
          </p:cNvSpPr>
          <p:nvPr>
            <p:ph type="ftr" idx="11"/>
          </p:nvPr>
        </p:nvSpPr>
        <p:spPr bwMode="auto">
          <a:xfrm>
            <a:off x="3623733" y="6117336"/>
            <a:ext cx="360943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5088491" name="Google Shape;34;p2"/>
          <p:cNvSpPr txBox="1">
            <a:spLocks noGrp="1"/>
          </p:cNvSpPr>
          <p:nvPr>
            <p:ph type="sldNum" idx="12"/>
          </p:nvPr>
        </p:nvSpPr>
        <p:spPr bwMode="auto">
          <a:xfrm>
            <a:off x="8275320" y="6117336"/>
            <a:ext cx="41148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56144459" name="Google Shape;35;p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l" t="t" r="r" b="b"/>
            <a:pathLst>
              <a:path w="228" h="57" fill="norm" stroke="1" extrusionOk="0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  <p:sp>
        <p:nvSpPr>
          <p:cNvPr id="1325278660" name="Google Shape;36;p2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l" t="t" r="r" b="b"/>
            <a:pathLst>
              <a:path w="39" h="51" fill="norm" stroke="1" extrusionOk="0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015919" name="Google Shape;38;p3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9538980" name="Google Shape;39;p3"/>
          <p:cNvSpPr txBox="1">
            <a:spLocks noGrp="1"/>
          </p:cNvSpPr>
          <p:nvPr>
            <p:ph type="body" idx="1"/>
          </p:nvPr>
        </p:nvSpPr>
        <p:spPr bwMode="auto">
          <a:xfrm>
            <a:off x="982133" y="2667000"/>
            <a:ext cx="7704667" cy="3332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1620862" name="Google Shape;40;p3"/>
          <p:cNvSpPr txBox="1">
            <a:spLocks noGrp="1"/>
          </p:cNvSpPr>
          <p:nvPr>
            <p:ph type="dt" idx="10"/>
          </p:nvPr>
        </p:nvSpPr>
        <p:spPr bwMode="auto">
          <a:xfrm>
            <a:off x="7344329" y="6108173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6330035" name="Google Shape;41;p3"/>
          <p:cNvSpPr txBox="1">
            <a:spLocks noGrp="1"/>
          </p:cNvSpPr>
          <p:nvPr>
            <p:ph type="ftr" idx="11"/>
          </p:nvPr>
        </p:nvSpPr>
        <p:spPr bwMode="auto">
          <a:xfrm>
            <a:off x="1972647" y="6108173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98658392" name="Google Shape;42;p3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824146" name="Google Shape;44;p4"/>
          <p:cNvSpPr txBox="1">
            <a:spLocks noGrp="1"/>
          </p:cNvSpPr>
          <p:nvPr>
            <p:ph type="title"/>
          </p:nvPr>
        </p:nvSpPr>
        <p:spPr bwMode="auto">
          <a:xfrm>
            <a:off x="1986995" y="2666998"/>
            <a:ext cx="6699805" cy="2360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29640108" name="Google Shape;45;p4"/>
          <p:cNvSpPr txBox="1">
            <a:spLocks noGrp="1"/>
          </p:cNvSpPr>
          <p:nvPr>
            <p:ph type="body" idx="1"/>
          </p:nvPr>
        </p:nvSpPr>
        <p:spPr bwMode="auto">
          <a:xfrm>
            <a:off x="1986998" y="5027070"/>
            <a:ext cx="6699802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54820580" name="Google Shape;46;p4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46212652" name="Google Shape;47;p4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53092994" name="Google Shape;48;p4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594725" name="Google Shape;50;p5"/>
          <p:cNvSpPr txBox="1">
            <a:spLocks noGrp="1"/>
          </p:cNvSpPr>
          <p:nvPr>
            <p:ph type="title"/>
          </p:nvPr>
        </p:nvSpPr>
        <p:spPr bwMode="auto">
          <a:xfrm>
            <a:off x="982133" y="685801"/>
            <a:ext cx="7704667" cy="17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7300131" name="Google Shape;51;p5"/>
          <p:cNvSpPr txBox="1">
            <a:spLocks noGrp="1"/>
          </p:cNvSpPr>
          <p:nvPr>
            <p:ph type="body" idx="1"/>
          </p:nvPr>
        </p:nvSpPr>
        <p:spPr bwMode="auto">
          <a:xfrm>
            <a:off x="982133" y="2667000"/>
            <a:ext cx="3739896" cy="3368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marL="914400" lvl="1" indent="-375919" algn="l"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marL="1371600" lvl="2" indent="-357505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marL="1828800" lvl="3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marL="2286000" lvl="4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marL="2743200" lvl="5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marL="3200400" lvl="6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marL="3657600" lvl="7" indent="-339090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marL="4114800" lvl="8" indent="-339090" algn="l"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2027079047" name="Google Shape;52;p5"/>
          <p:cNvSpPr txBox="1">
            <a:spLocks noGrp="1"/>
          </p:cNvSpPr>
          <p:nvPr>
            <p:ph type="body" idx="2"/>
          </p:nvPr>
        </p:nvSpPr>
        <p:spPr bwMode="auto">
          <a:xfrm>
            <a:off x="4946904" y="2667000"/>
            <a:ext cx="3739896" cy="334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marL="914400" lvl="1" indent="-375919" algn="l"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marL="1371600" lvl="2" indent="-357505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marL="1828800" lvl="3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marL="2286000" lvl="4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marL="2743200" lvl="5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marL="3200400" lvl="6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marL="3657600" lvl="7" indent="-339090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marL="4114800" lvl="8" indent="-339090" algn="l"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403341093" name="Google Shape;53;p5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75799078" name="Google Shape;54;p5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73190731" name="Google Shape;55;p5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991328" name="Google Shape;57;p6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81988102" name="Google Shape;58;p6"/>
          <p:cNvSpPr txBox="1">
            <a:spLocks noGrp="1"/>
          </p:cNvSpPr>
          <p:nvPr>
            <p:ph type="body" idx="1"/>
          </p:nvPr>
        </p:nvSpPr>
        <p:spPr bwMode="auto">
          <a:xfrm>
            <a:off x="1329481" y="2658533"/>
            <a:ext cx="3456291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4060"/>
              <a:buNone/>
              <a:defRPr sz="2800" b="0">
                <a:solidFill>
                  <a:srgbClr val="1186C3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9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32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733156184" name="Google Shape;59;p6"/>
          <p:cNvSpPr txBox="1">
            <a:spLocks noGrp="1"/>
          </p:cNvSpPr>
          <p:nvPr>
            <p:ph type="body" idx="2"/>
          </p:nvPr>
        </p:nvSpPr>
        <p:spPr bwMode="auto">
          <a:xfrm>
            <a:off x="1113523" y="3335336"/>
            <a:ext cx="3672248" cy="266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marL="914400" lvl="1" indent="-375919" algn="l"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marL="1371600" lvl="2" indent="-357505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marL="1828800" lvl="3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marL="2286000" lvl="4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marL="2743200" lvl="5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marL="3200400" lvl="6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marL="3657600" lvl="7" indent="-339090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marL="4114800" lvl="8" indent="-339090" algn="l"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92573633" name="Google Shape;60;p6"/>
          <p:cNvSpPr txBox="1">
            <a:spLocks noGrp="1"/>
          </p:cNvSpPr>
          <p:nvPr>
            <p:ph type="body" idx="3"/>
          </p:nvPr>
        </p:nvSpPr>
        <p:spPr bwMode="auto">
          <a:xfrm>
            <a:off x="5161710" y="2667000"/>
            <a:ext cx="3467806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4060"/>
              <a:buNone/>
              <a:defRPr sz="2800" b="0">
                <a:solidFill>
                  <a:srgbClr val="1186C3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9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32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825361596" name="Google Shape;61;p6"/>
          <p:cNvSpPr txBox="1">
            <a:spLocks noGrp="1"/>
          </p:cNvSpPr>
          <p:nvPr>
            <p:ph type="body" idx="4"/>
          </p:nvPr>
        </p:nvSpPr>
        <p:spPr bwMode="auto">
          <a:xfrm>
            <a:off x="4957266" y="3335336"/>
            <a:ext cx="3672248" cy="266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marL="914400" lvl="1" indent="-375919" algn="l"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marL="1371600" lvl="2" indent="-357505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marL="1828800" lvl="3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marL="2286000" lvl="4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marL="2743200" lvl="5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marL="3200400" lvl="6" indent="-339088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marL="3657600" lvl="7" indent="-339090" algn="l"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marL="4114800" lvl="8" indent="-339090" algn="l"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631248442" name="Google Shape;62;p6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38848429" name="Google Shape;63;p6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7039308" name="Google Shape;64;p6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372515" name="Google Shape;66;p7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4685584" name="Google Shape;67;p7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81303162" name="Google Shape;68;p7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56496054" name="Google Shape;69;p7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367868" name="Google Shape;71;p8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57793964" name="Google Shape;72;p8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1523176" name="Google Shape;73;p8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703820" name="Google Shape;75;p9"/>
          <p:cNvSpPr txBox="1">
            <a:spLocks noGrp="1"/>
          </p:cNvSpPr>
          <p:nvPr>
            <p:ph type="title"/>
          </p:nvPr>
        </p:nvSpPr>
        <p:spPr bwMode="auto">
          <a:xfrm>
            <a:off x="1113524" y="1600200"/>
            <a:ext cx="2662533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orbel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11790522" name="Google Shape;76;p9"/>
          <p:cNvSpPr txBox="1">
            <a:spLocks noGrp="1"/>
          </p:cNvSpPr>
          <p:nvPr>
            <p:ph type="body" idx="1"/>
          </p:nvPr>
        </p:nvSpPr>
        <p:spPr bwMode="auto">
          <a:xfrm>
            <a:off x="3947553" y="685800"/>
            <a:ext cx="4681962" cy="5105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412750" algn="l">
              <a:spcBef>
                <a:spcPts val="400"/>
              </a:spcBef>
              <a:spcAft>
                <a:spcPts val="0"/>
              </a:spcAft>
              <a:buSzPts val="2900"/>
              <a:buChar char="•"/>
              <a:defRPr sz="2000"/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 sz="1800"/>
            </a:lvl2pPr>
            <a:lvl3pPr marL="1371600" lvl="2" indent="-375919" algn="l"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3pPr>
            <a:lvl4pPr marL="1828800" lvl="3" indent="-357505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4pPr>
            <a:lvl5pPr marL="2286000" lvl="4" indent="-357504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5pPr>
            <a:lvl6pPr marL="2743200" lvl="5" indent="-357504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6pPr>
            <a:lvl7pPr marL="3200400" lvl="6" indent="-357504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7pPr>
            <a:lvl8pPr marL="3657600" lvl="7" indent="-357504" algn="l"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8pPr>
            <a:lvl9pPr marL="4114800" lvl="8" indent="-357504" algn="l">
              <a:spcBef>
                <a:spcPts val="600"/>
              </a:spcBef>
              <a:spcAft>
                <a:spcPts val="600"/>
              </a:spcAft>
              <a:buSzPts val="2030"/>
              <a:buChar char="•"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896885605" name="Google Shape;77;p9"/>
          <p:cNvSpPr txBox="1">
            <a:spLocks noGrp="1"/>
          </p:cNvSpPr>
          <p:nvPr>
            <p:ph type="body" idx="2"/>
          </p:nvPr>
        </p:nvSpPr>
        <p:spPr bwMode="auto">
          <a:xfrm>
            <a:off x="1113524" y="2971800"/>
            <a:ext cx="2662533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320"/>
              </a:spcBef>
              <a:spcAft>
                <a:spcPts val="0"/>
              </a:spcAft>
              <a:buSzPts val="232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1957145223" name="Google Shape;78;p9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34202797" name="Google Shape;79;p9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38199279" name="Google Shape;80;p9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509066" name="Google Shape;82;p10"/>
          <p:cNvSpPr txBox="1">
            <a:spLocks noGrp="1"/>
          </p:cNvSpPr>
          <p:nvPr>
            <p:ph type="title"/>
          </p:nvPr>
        </p:nvSpPr>
        <p:spPr bwMode="auto">
          <a:xfrm>
            <a:off x="1112332" y="1752599"/>
            <a:ext cx="4070679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rbel"/>
              <a:buNone/>
              <a:defRPr sz="2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3504024" name="Google Shape;83;p10"/>
          <p:cNvSpPr>
            <a:spLocks noGrp="1"/>
          </p:cNvSpPr>
          <p:nvPr>
            <p:ph type="pic" idx="2"/>
          </p:nvPr>
        </p:nvSpPr>
        <p:spPr bwMode="auto"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noFill/>
          <a:ln w="381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705717" name="Google Shape;84;p10"/>
          <p:cNvSpPr txBox="1">
            <a:spLocks noGrp="1"/>
          </p:cNvSpPr>
          <p:nvPr>
            <p:ph type="body" idx="1"/>
          </p:nvPr>
        </p:nvSpPr>
        <p:spPr bwMode="auto">
          <a:xfrm>
            <a:off x="1112332" y="3124199"/>
            <a:ext cx="4070679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2610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1364175909" name="Google Shape;85;p10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61689552" name="Google Shape;86;p10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32400272" name="Google Shape;87;p10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anoramic Picture with Caption" preserve="0" showMasterPhAnim="0" showMasterSp="1" userDrawn="1">
  <p:cSld name="Panoramic 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82726" name="Google Shape;89;p11"/>
          <p:cNvSpPr txBox="1">
            <a:spLocks noGrp="1"/>
          </p:cNvSpPr>
          <p:nvPr>
            <p:ph type="title"/>
          </p:nvPr>
        </p:nvSpPr>
        <p:spPr bwMode="auto">
          <a:xfrm>
            <a:off x="1113523" y="4732865"/>
            <a:ext cx="7515991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orbel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0693716" name="Google Shape;90;p11"/>
          <p:cNvSpPr>
            <a:spLocks noGrp="1"/>
          </p:cNvSpPr>
          <p:nvPr>
            <p:ph type="pic" idx="2"/>
          </p:nvPr>
        </p:nvSpPr>
        <p:spPr bwMode="auto"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noFill/>
          <a:ln w="381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95254" name="Google Shape;91;p11"/>
          <p:cNvSpPr txBox="1">
            <a:spLocks noGrp="1"/>
          </p:cNvSpPr>
          <p:nvPr>
            <p:ph type="body" idx="1"/>
          </p:nvPr>
        </p:nvSpPr>
        <p:spPr bwMode="auto">
          <a:xfrm>
            <a:off x="1113523" y="5299602"/>
            <a:ext cx="7515991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280"/>
              </a:spcBef>
              <a:spcAft>
                <a:spcPts val="0"/>
              </a:spcAft>
              <a:buSzPts val="2030"/>
              <a:buNone/>
              <a:defRPr sz="14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1438888892" name="Google Shape;92;p11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44556699" name="Google Shape;93;p11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84757504" name="Google Shape;94;p11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aption" preserve="0" showMasterPhAnim="0" showMasterSp="1" userDrawn="1">
  <p:cSld name="Title and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627102" name="Google Shape;96;p12"/>
          <p:cNvSpPr txBox="1">
            <a:spLocks noGrp="1"/>
          </p:cNvSpPr>
          <p:nvPr>
            <p:ph type="title"/>
          </p:nvPr>
        </p:nvSpPr>
        <p:spPr bwMode="auto">
          <a:xfrm>
            <a:off x="1113524" y="685800"/>
            <a:ext cx="7515991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17254218" name="Google Shape;97;p12"/>
          <p:cNvSpPr txBox="1">
            <a:spLocks noGrp="1"/>
          </p:cNvSpPr>
          <p:nvPr>
            <p:ph type="body" idx="1"/>
          </p:nvPr>
        </p:nvSpPr>
        <p:spPr bwMode="auto">
          <a:xfrm>
            <a:off x="1113524" y="4343400"/>
            <a:ext cx="7515992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88697340" name="Google Shape;98;p12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27133045" name="Google Shape;99;p12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4290370" name="Google Shape;100;p12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Quote with Caption" preserve="0" showMasterPhAnim="0" showMasterSp="1" userDrawn="1">
  <p:cSld name="Quot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199379" name="Google Shape;102;p13"/>
          <p:cNvSpPr txBox="1"/>
          <p:nvPr/>
        </p:nvSpPr>
        <p:spPr bwMode="auto">
          <a:xfrm>
            <a:off x="969421" y="863023"/>
            <a:ext cx="45731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  <a:defRPr/>
            </a:pPr>
            <a:r>
              <a:rPr lang="en-US" sz="8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rPr>
              <a:t>“</a:t>
            </a:r>
            <a:endParaRPr/>
          </a:p>
        </p:txBody>
      </p:sp>
      <p:sp>
        <p:nvSpPr>
          <p:cNvPr id="525014788" name="Google Shape;103;p13"/>
          <p:cNvSpPr txBox="1"/>
          <p:nvPr/>
        </p:nvSpPr>
        <p:spPr bwMode="auto">
          <a:xfrm>
            <a:off x="8172197" y="2819399"/>
            <a:ext cx="45731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  <a:defRPr/>
            </a:pPr>
            <a:r>
              <a:rPr lang="en-US" sz="8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rPr>
              <a:t>”</a:t>
            </a:r>
            <a:endParaRPr/>
          </a:p>
        </p:txBody>
      </p:sp>
      <p:sp>
        <p:nvSpPr>
          <p:cNvPr id="569484129" name="Google Shape;104;p13"/>
          <p:cNvSpPr txBox="1">
            <a:spLocks noGrp="1"/>
          </p:cNvSpPr>
          <p:nvPr>
            <p:ph type="title"/>
          </p:nvPr>
        </p:nvSpPr>
        <p:spPr bwMode="auto">
          <a:xfrm>
            <a:off x="1426741" y="685801"/>
            <a:ext cx="6974115" cy="2743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57505717" name="Google Shape;105;p13"/>
          <p:cNvSpPr txBox="1">
            <a:spLocks noGrp="1"/>
          </p:cNvSpPr>
          <p:nvPr>
            <p:ph type="body" idx="1"/>
          </p:nvPr>
        </p:nvSpPr>
        <p:spPr bwMode="auto">
          <a:xfrm>
            <a:off x="1598235" y="3428999"/>
            <a:ext cx="6631128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610"/>
              <a:buFont typeface="Corbel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900"/>
              <a:buFont typeface="Corbel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610"/>
              <a:buFont typeface="Corbel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320"/>
              <a:buFont typeface="Corbel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Font typeface="Corbel"/>
              <a:buNone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69286822" name="Google Shape;106;p13"/>
          <p:cNvSpPr txBox="1">
            <a:spLocks noGrp="1"/>
          </p:cNvSpPr>
          <p:nvPr>
            <p:ph type="body" idx="2"/>
          </p:nvPr>
        </p:nvSpPr>
        <p:spPr bwMode="auto">
          <a:xfrm>
            <a:off x="1113523" y="4343400"/>
            <a:ext cx="7515991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31401321" name="Google Shape;107;p13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39113673" name="Google Shape;108;p13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01884175" name="Google Shape;109;p13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Name Card" preserve="0" showMasterPhAnim="0" showMasterSp="1" userDrawn="1">
  <p:cSld name="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27895" name="Google Shape;111;p14"/>
          <p:cNvSpPr txBox="1">
            <a:spLocks noGrp="1"/>
          </p:cNvSpPr>
          <p:nvPr>
            <p:ph type="title"/>
          </p:nvPr>
        </p:nvSpPr>
        <p:spPr bwMode="auto">
          <a:xfrm>
            <a:off x="1113525" y="3308581"/>
            <a:ext cx="7515989" cy="14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40733150" name="Google Shape;112;p14"/>
          <p:cNvSpPr txBox="1">
            <a:spLocks noGrp="1"/>
          </p:cNvSpPr>
          <p:nvPr>
            <p:ph type="body" idx="1"/>
          </p:nvPr>
        </p:nvSpPr>
        <p:spPr bwMode="auto">
          <a:xfrm>
            <a:off x="1113524" y="4777381"/>
            <a:ext cx="751599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74520595" name="Google Shape;113;p14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8139943" name="Google Shape;114;p14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70300672" name="Google Shape;115;p14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Quote Name Card" preserve="0" showMasterPhAnim="0" showMasterSp="1" userDrawn="1">
  <p:cSld name="Quote 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906831" name="Google Shape;117;p15"/>
          <p:cNvSpPr txBox="1"/>
          <p:nvPr/>
        </p:nvSpPr>
        <p:spPr bwMode="auto">
          <a:xfrm>
            <a:off x="969421" y="863023"/>
            <a:ext cx="45731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  <a:defRPr/>
            </a:pPr>
            <a:r>
              <a:rPr lang="en-US" sz="8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rPr>
              <a:t>“</a:t>
            </a:r>
            <a:endParaRPr/>
          </a:p>
        </p:txBody>
      </p:sp>
      <p:sp>
        <p:nvSpPr>
          <p:cNvPr id="654541856" name="Google Shape;118;p15"/>
          <p:cNvSpPr txBox="1"/>
          <p:nvPr/>
        </p:nvSpPr>
        <p:spPr bwMode="auto">
          <a:xfrm>
            <a:off x="8172197" y="2819399"/>
            <a:ext cx="45731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  <a:defRPr/>
            </a:pPr>
            <a:r>
              <a:rPr lang="en-US" sz="8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rPr>
              <a:t>”</a:t>
            </a:r>
            <a:endParaRPr/>
          </a:p>
        </p:txBody>
      </p:sp>
      <p:sp>
        <p:nvSpPr>
          <p:cNvPr id="1571317976" name="Google Shape;119;p15"/>
          <p:cNvSpPr txBox="1">
            <a:spLocks noGrp="1"/>
          </p:cNvSpPr>
          <p:nvPr>
            <p:ph type="title"/>
          </p:nvPr>
        </p:nvSpPr>
        <p:spPr bwMode="auto">
          <a:xfrm>
            <a:off x="1426741" y="685801"/>
            <a:ext cx="6974115" cy="2743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376468" name="Google Shape;120;p15"/>
          <p:cNvSpPr txBox="1">
            <a:spLocks noGrp="1"/>
          </p:cNvSpPr>
          <p:nvPr>
            <p:ph type="body" idx="1"/>
          </p:nvPr>
        </p:nvSpPr>
        <p:spPr bwMode="auto">
          <a:xfrm>
            <a:off x="1113525" y="3886200"/>
            <a:ext cx="7515990" cy="8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r">
              <a:spcBef>
                <a:spcPts val="480"/>
              </a:spcBef>
              <a:spcAft>
                <a:spcPts val="0"/>
              </a:spcAft>
              <a:buSzPts val="3480"/>
              <a:buNone/>
              <a:defRPr sz="2400" b="0" cap="none">
                <a:solidFill>
                  <a:schemeClr val="dk1"/>
                </a:solidFill>
              </a:defRPr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14333395" name="Google Shape;121;p15"/>
          <p:cNvSpPr txBox="1">
            <a:spLocks noGrp="1"/>
          </p:cNvSpPr>
          <p:nvPr>
            <p:ph type="body" idx="2"/>
          </p:nvPr>
        </p:nvSpPr>
        <p:spPr bwMode="auto">
          <a:xfrm>
            <a:off x="1113524" y="4775200"/>
            <a:ext cx="751599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spcBef>
                <a:spcPts val="360"/>
              </a:spcBef>
              <a:spcAft>
                <a:spcPts val="0"/>
              </a:spcAft>
              <a:buSzPts val="261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76815164" name="Google Shape;122;p15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66337815" name="Google Shape;123;p15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6398835" name="Google Shape;124;p15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rue or False" preserve="0" showMasterPhAnim="0" showMasterSp="1" userDrawn="1">
  <p:cSld name="True or Fals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485569" name="Google Shape;126;p16"/>
          <p:cNvSpPr txBox="1">
            <a:spLocks noGrp="1"/>
          </p:cNvSpPr>
          <p:nvPr>
            <p:ph type="title"/>
          </p:nvPr>
        </p:nvSpPr>
        <p:spPr bwMode="auto">
          <a:xfrm>
            <a:off x="1113525" y="685801"/>
            <a:ext cx="7515991" cy="272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9537037" name="Google Shape;127;p16"/>
          <p:cNvSpPr txBox="1">
            <a:spLocks noGrp="1"/>
          </p:cNvSpPr>
          <p:nvPr>
            <p:ph type="body" idx="1"/>
          </p:nvPr>
        </p:nvSpPr>
        <p:spPr bwMode="auto">
          <a:xfrm>
            <a:off x="1113524" y="3505199"/>
            <a:ext cx="7515992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4060"/>
              <a:buNone/>
              <a:defRPr sz="2800" b="0" cap="none">
                <a:solidFill>
                  <a:schemeClr val="dk1"/>
                </a:solidFill>
              </a:defRPr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24548117" name="Google Shape;128;p16"/>
          <p:cNvSpPr txBox="1">
            <a:spLocks noGrp="1"/>
          </p:cNvSpPr>
          <p:nvPr>
            <p:ph type="body" idx="2"/>
          </p:nvPr>
        </p:nvSpPr>
        <p:spPr bwMode="auto">
          <a:xfrm>
            <a:off x="1113524" y="4343400"/>
            <a:ext cx="7515992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61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01663939" name="Google Shape;129;p16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05645320" name="Google Shape;130;p16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0088544" name="Google Shape;131;p16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271914" name="Google Shape;133;p17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12397860" name="Google Shape;134;p17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155970" y="493164"/>
            <a:ext cx="3356995" cy="770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76233512" name="Google Shape;135;p17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38784954" name="Google Shape;136;p17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3001117" name="Google Shape;137;p17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60699" name="Google Shape;139;p18"/>
          <p:cNvSpPr txBox="1">
            <a:spLocks noGrp="1"/>
          </p:cNvSpPr>
          <p:nvPr>
            <p:ph type="title"/>
          </p:nvPr>
        </p:nvSpPr>
        <p:spPr bwMode="auto">
          <a:xfrm rot="5400000">
            <a:off x="5412754" y="2574439"/>
            <a:ext cx="5105400" cy="1328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5982216" name="Google Shape;140;p18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569011" y="230314"/>
            <a:ext cx="5105400" cy="6016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94335" algn="l"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marL="914400" lvl="1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5312625" name="Google Shape;141;p18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28464452" name="Google Shape;142;p18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81052277" name="Google Shape;143;p18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>
          <a:blip r:embed="rId19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50138290" name="Google Shape;10;p1"/>
          <p:cNvGrpSpPr/>
          <p:nvPr/>
        </p:nvGrpSpPr>
        <p:grpSpPr bwMode="auto"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1" name="Google Shape;11;p1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l" t="t" r="r" b="b"/>
              <a:pathLst>
                <a:path w="676" h="3333" fill="norm" stroke="1" extrusionOk="0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" name="Google Shape;12;p1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l" t="t" r="r" b="b"/>
              <a:pathLst>
                <a:path w="478" h="2913" fill="norm" stroke="1" extrusionOk="0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13" name="Google Shape;13;p1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l" t="t" r="r" b="b"/>
              <a:pathLst>
                <a:path w="571" h="753" fill="norm" stroke="1" extrusionOk="0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4" name="Google Shape;14;p1"/>
            <p:cNvSpPr/>
            <p:nvPr/>
          </p:nvSpPr>
          <p:spPr bwMode="auto">
            <a:xfrm>
              <a:off x="0" y="5295899"/>
              <a:ext cx="1487488" cy="1562100"/>
            </a:xfrm>
            <a:custGeom>
              <a:avLst/>
              <a:gdLst/>
              <a:ahLst/>
              <a:cxnLst/>
              <a:rect l="l" t="t" r="r" b="b"/>
              <a:pathLst>
                <a:path w="937" h="984" fill="norm" stroke="1" extrusionOk="0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982"/>
            </a:solidFill>
            <a:ln>
              <a:noFill/>
            </a:ln>
          </p:spPr>
        </p:sp>
        <p:sp>
          <p:nvSpPr>
            <p:cNvPr id="15" name="Google Shape;15;p1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l" t="t" r="r" b="b"/>
              <a:pathLst>
                <a:path w="1343" h="1008" fill="norm" stroke="1" extrusionOk="0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rgbClr val="1186C3"/>
            </a:solidFill>
            <a:ln>
              <a:noFill/>
            </a:ln>
          </p:spPr>
        </p:sp>
        <p:sp>
          <p:nvSpPr>
            <p:cNvPr id="16" name="Google Shape;16;p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l" t="t" r="r" b="b"/>
              <a:pathLst>
                <a:path w="868" h="945" fill="norm" stroke="1" extrusionOk="0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rgbClr val="3F3F3F"/>
            </a:solidFill>
            <a:ln>
              <a:noFill/>
            </a:ln>
          </p:spPr>
        </p:sp>
      </p:grpSp>
      <p:sp>
        <p:nvSpPr>
          <p:cNvPr id="815936847" name="Google Shape;17;p1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sz="4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71990843" name="Google Shape;18;p1"/>
          <p:cNvSpPr txBox="1">
            <a:spLocks noGrp="1"/>
          </p:cNvSpPr>
          <p:nvPr>
            <p:ph type="body" idx="1"/>
          </p:nvPr>
        </p:nvSpPr>
        <p:spPr bwMode="auto">
          <a:xfrm>
            <a:off x="982134" y="2667000"/>
            <a:ext cx="7704666" cy="3356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449580" algn="l">
              <a:spcBef>
                <a:spcPts val="480"/>
              </a:spcBef>
              <a:spcAft>
                <a:spcPts val="0"/>
              </a:spcAft>
              <a:buClr>
                <a:srgbClr val="1186C3"/>
              </a:buClr>
              <a:buSzPts val="348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L="914400" marR="0" lvl="1" indent="-412750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9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2pPr>
            <a:lvl3pPr marL="1371600" marR="0" lvl="2" indent="-394335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61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3pPr>
            <a:lvl4pPr marL="1828800" marR="0" lvl="3" indent="-375919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32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4pPr>
            <a:lvl5pPr marL="2286000" marR="0" lvl="4" indent="-357504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5pPr>
            <a:lvl6pPr marL="2743200" marR="0" lvl="5" indent="-357504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6pPr>
            <a:lvl7pPr marL="3200400" marR="0" lvl="6" indent="-357504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7pPr>
            <a:lvl8pPr marL="3657600" marR="0" lvl="7" indent="-357504" algn="l"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8pPr>
            <a:lvl9pPr marL="4114800" marR="0" lvl="8" indent="-357504" algn="l">
              <a:spcBef>
                <a:spcPts val="600"/>
              </a:spcBef>
              <a:spcAft>
                <a:spcPts val="600"/>
              </a:spcAft>
              <a:buClr>
                <a:srgbClr val="1186C3"/>
              </a:buClr>
              <a:buSzPts val="203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19012810" name="Google Shape;19;p1"/>
          <p:cNvSpPr txBox="1">
            <a:spLocks noGrp="1"/>
          </p:cNvSpPr>
          <p:nvPr>
            <p:ph type="dt" idx="10"/>
          </p:nvPr>
        </p:nvSpPr>
        <p:spPr bwMode="auto">
          <a:xfrm>
            <a:off x="7358679" y="6116070"/>
            <a:ext cx="85747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77467001" name="Google Shape;20;p1"/>
          <p:cNvSpPr txBox="1">
            <a:spLocks noGrp="1"/>
          </p:cNvSpPr>
          <p:nvPr>
            <p:ph type="ftr" idx="11"/>
          </p:nvPr>
        </p:nvSpPr>
        <p:spPr bwMode="auto">
          <a:xfrm>
            <a:off x="1986997" y="6116070"/>
            <a:ext cx="53145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82054917" name="Google Shape;21;p1"/>
          <p:cNvSpPr txBox="1">
            <a:spLocks noGrp="1"/>
          </p:cNvSpPr>
          <p:nvPr>
            <p:ph type="sldNum" idx="12"/>
          </p:nvPr>
        </p:nvSpPr>
        <p:spPr bwMode="auto">
          <a:xfrm>
            <a:off x="8273317" y="6116070"/>
            <a:ext cx="41348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 sz="10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1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docs.spring.io./" TargetMode="External"/><Relationship Id="rId4" Type="http://schemas.openxmlformats.org/officeDocument/2006/relationships/hyperlink" Target="https://postgresql.org/docs." TargetMode="External"/><Relationship Id="rId5" Type="http://schemas.openxmlformats.org/officeDocument/2006/relationships/hyperlink" Target="https://flutter.dev/docs." TargetMode="External"/><Relationship Id="rId6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446979" name="Google Shape;152;p19"/>
          <p:cNvSpPr txBox="1">
            <a:spLocks noGrp="1"/>
          </p:cNvSpPr>
          <p:nvPr>
            <p:ph type="ctrTitle"/>
          </p:nvPr>
        </p:nvSpPr>
        <p:spPr bwMode="auto">
          <a:xfrm>
            <a:off x="1817463" y="1861169"/>
            <a:ext cx="5653200" cy="68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onstantia"/>
              <a:buNone/>
              <a:defRPr/>
            </a:pPr>
            <a:r>
              <a:rPr lang="en-US" sz="3600" b="1">
                <a:latin typeface="Times New Roman"/>
                <a:cs typeface="Times New Roman"/>
              </a:rPr>
              <a:t>Skill-It</a:t>
            </a:r>
            <a:endParaRPr sz="3600" b="1">
              <a:latin typeface="Times New Roman"/>
              <a:cs typeface="Times New Roman"/>
            </a:endParaRPr>
          </a:p>
        </p:txBody>
      </p:sp>
      <p:sp>
        <p:nvSpPr>
          <p:cNvPr id="2100539531" name="Google Shape;153;p19"/>
          <p:cNvSpPr txBox="1">
            <a:spLocks noGrp="1"/>
          </p:cNvSpPr>
          <p:nvPr>
            <p:ph type="subTitle" idx="1"/>
          </p:nvPr>
        </p:nvSpPr>
        <p:spPr bwMode="auto">
          <a:xfrm>
            <a:off x="3460376" y="3765176"/>
            <a:ext cx="4742330" cy="2616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800">
                <a:solidFill>
                  <a:srgbClr val="000000"/>
                </a:solidFill>
              </a:rPr>
              <a:t>                      </a:t>
            </a:r>
            <a:endParaRPr sz="1800"/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l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Guide: RASHMI H.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Designation: ASSISTANT PROFESSOR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Department of Computer Science &amp; Engineering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B.M.S. College of Engineering</a:t>
            </a:r>
            <a:endParaRPr sz="1600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366005179" name="Google Shape;155;p19"/>
          <p:cNvGraphicFramePr>
            <a:graphicFrameLocks xmlns:a="http://schemas.openxmlformats.org/drawingml/2006/main"/>
          </p:cNvGraphicFramePr>
          <p:nvPr/>
        </p:nvGraphicFramePr>
        <p:xfrm>
          <a:off x="904090" y="2842803"/>
          <a:ext cx="7350700" cy="2709081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{607188F3-BE8C-4967-8F90-EBC977BF5E6D}</a:tableStyleId>
              </a:tblPr>
              <a:tblGrid>
                <a:gridCol w="3675350"/>
                <a:gridCol w="3675350"/>
              </a:tblGrid>
              <a:tr h="1634299">
                <a:tc>
                  <a:txBody>
                    <a:bodyPr/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Name 1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USN1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Name 2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USN2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endParaRPr lang="en-US"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Name 3</a:t>
                      </a:r>
                      <a:endParaRPr lang="en-US" sz="1600"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USN3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5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5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5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SHASHANK SHANTHARAM NAYAK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1BM23CS313</a:t>
                      </a: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SOHAM HATHI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1BM23CS335</a:t>
                      </a: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SRUSHTI SUNKAD</a:t>
                      </a:r>
                      <a:endParaRPr/>
                    </a:p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r>
                        <a:rPr lang="en-US" sz="1600" u="none" strike="noStrike" cap="none">
                          <a:latin typeface="Times New Roman"/>
                          <a:ea typeface="Times New Roman"/>
                          <a:cs typeface="Times New Roman"/>
                        </a:rPr>
                        <a:t>1BM23CS341</a:t>
                      </a: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5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5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5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</a:tr>
              <a:tr h="575511">
                <a:tc>
                  <a:txBody>
                    <a:bodyPr/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5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5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5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marR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orbel"/>
                        <a:buNone/>
                        <a:defRPr/>
                      </a:pPr>
                      <a:endParaRPr sz="1600" u="none" strike="noStrike" cap="none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5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5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5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10754764" name="Google Shape;152;p19"/>
          <p:cNvSpPr txBox="1"/>
          <p:nvPr/>
        </p:nvSpPr>
        <p:spPr bwMode="auto">
          <a:xfrm>
            <a:off x="1748118" y="346133"/>
            <a:ext cx="6352407" cy="127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orbel"/>
              <a:buNone/>
              <a:defRPr sz="5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buSzPts val="4800"/>
              <a:defRPr/>
            </a:pPr>
            <a:r>
              <a:rPr lang="en-US" sz="3200" b="1">
                <a:latin typeface="Times New Roman"/>
                <a:cs typeface="Times New Roman"/>
              </a:rPr>
              <a:t>Mobile Application Development</a:t>
            </a:r>
            <a:endParaRPr/>
          </a:p>
          <a:p>
            <a:pPr algn="ctr">
              <a:buSzPts val="4800"/>
              <a:defRPr/>
            </a:pPr>
            <a:r>
              <a:rPr lang="en-US" sz="3200" b="1">
                <a:latin typeface="Times New Roman"/>
                <a:cs typeface="Times New Roman"/>
              </a:rPr>
              <a:t>Review 2</a:t>
            </a:r>
            <a:endParaRPr/>
          </a:p>
        </p:txBody>
      </p:sp>
      <p:pic>
        <p:nvPicPr>
          <p:cNvPr id="1983560599" name="Picture 77140344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5" y="555877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041644" name="Google Shape;164;p20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onstantia"/>
              <a:buNone/>
              <a:defRPr/>
            </a:pPr>
            <a:r>
              <a:rPr lang="en-US" sz="3200" b="1">
                <a:latin typeface="Times New Roman"/>
                <a:cs typeface="Times New Roman"/>
              </a:rPr>
              <a:t>OUTLINE</a:t>
            </a:r>
            <a:endParaRPr sz="3200" b="1">
              <a:latin typeface="Times New Roman"/>
              <a:cs typeface="Times New Roman"/>
            </a:endParaRPr>
          </a:p>
        </p:txBody>
      </p:sp>
      <p:sp>
        <p:nvSpPr>
          <p:cNvPr id="753215218" name="Google Shape;165;p20"/>
          <p:cNvSpPr txBox="1">
            <a:spLocks noGrp="1"/>
          </p:cNvSpPr>
          <p:nvPr>
            <p:ph type="body" idx="1"/>
          </p:nvPr>
        </p:nvSpPr>
        <p:spPr bwMode="auto">
          <a:xfrm>
            <a:off x="1828799" y="2438401"/>
            <a:ext cx="6430167" cy="3284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29260" algn="just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Introduction </a:t>
            </a:r>
            <a:endParaRPr>
              <a:latin typeface="Times New Roman"/>
              <a:ea typeface="Times New Roman"/>
              <a:cs typeface="Times New Roman"/>
            </a:endParaRPr>
          </a:p>
          <a:p>
            <a:pPr marL="457200" lvl="0" indent="-429260" algn="just">
              <a:spcBef>
                <a:spcPts val="480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Hardware and Software Requirements</a:t>
            </a:r>
            <a:endParaRPr>
              <a:latin typeface="Times New Roman"/>
              <a:ea typeface="Times New Roman"/>
              <a:cs typeface="Times New Roman"/>
            </a:endParaRPr>
          </a:p>
          <a:p>
            <a:pPr marL="457200" lvl="0" indent="-429260" algn="just">
              <a:spcBef>
                <a:spcPts val="480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Module description</a:t>
            </a:r>
            <a:endParaRPr>
              <a:latin typeface="Times New Roman"/>
              <a:cs typeface="Times New Roman"/>
            </a:endParaRPr>
          </a:p>
          <a:p>
            <a:pPr lvl="0" indent="-429260" algn="just">
              <a:spcBef>
                <a:spcPts val="480"/>
              </a:spcBef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Database Table Screen shots</a:t>
            </a:r>
            <a:endParaRPr/>
          </a:p>
          <a:p>
            <a:pPr lvl="0" indent="-429260" algn="just">
              <a:spcBef>
                <a:spcPts val="480"/>
              </a:spcBef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ER Diagram </a:t>
            </a:r>
            <a:endParaRPr/>
          </a:p>
          <a:p>
            <a:pPr lvl="0" indent="-429260" algn="just">
              <a:spcBef>
                <a:spcPts val="480"/>
              </a:spcBef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Design Layouts: Screen Shots of Mobile App </a:t>
            </a:r>
            <a:endParaRPr/>
          </a:p>
          <a:p>
            <a:pPr lvl="0" indent="-429260" algn="just">
              <a:spcBef>
                <a:spcPts val="480"/>
              </a:spcBef>
              <a:buSzPts val="1600"/>
              <a:buFont typeface="Times New Roman"/>
              <a:buAutoNum type="arabicPeriod"/>
              <a:defRPr/>
            </a:pPr>
            <a:r>
              <a:rPr lang="en-US">
                <a:latin typeface="Times New Roman"/>
                <a:ea typeface="Times New Roman"/>
                <a:cs typeface="Times New Roman"/>
              </a:rPr>
              <a:t>References</a:t>
            </a:r>
            <a:endParaRPr>
              <a:latin typeface="Times New Roman"/>
              <a:ea typeface="Times New Roman"/>
              <a:cs typeface="Times New Roman"/>
            </a:endParaRPr>
          </a:p>
          <a:p>
            <a:pPr marL="457200" lvl="0" indent="-327660" algn="just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/>
          </a:p>
          <a:p>
            <a:pPr marL="457200" lvl="0" indent="-327660" algn="l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/>
          </a:p>
          <a:p>
            <a:pPr marL="0" lvl="0" indent="0" algn="l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/>
          </a:p>
        </p:txBody>
      </p:sp>
      <p:sp>
        <p:nvSpPr>
          <p:cNvPr id="907880574" name="Google Shape;166;p20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536858234" name="Picture 2056442618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097794" name="Google Shape;176;p21"/>
          <p:cNvSpPr txBox="1">
            <a:spLocks noGrp="1"/>
          </p:cNvSpPr>
          <p:nvPr>
            <p:ph type="title"/>
          </p:nvPr>
        </p:nvSpPr>
        <p:spPr bwMode="auto">
          <a:xfrm>
            <a:off x="982133" y="191589"/>
            <a:ext cx="7704667" cy="144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onstantia"/>
              <a:buNone/>
              <a:defRPr/>
            </a:pPr>
            <a:r>
              <a:rPr lang="en-US" sz="3200" b="1">
                <a:latin typeface="Times New Roman"/>
                <a:cs typeface="Times New Roman"/>
              </a:rPr>
              <a:t>Introduction</a:t>
            </a:r>
            <a:endParaRPr sz="3200" b="1">
              <a:latin typeface="Times New Roman"/>
              <a:cs typeface="Times New Roman"/>
            </a:endParaRPr>
          </a:p>
        </p:txBody>
      </p:sp>
      <p:sp>
        <p:nvSpPr>
          <p:cNvPr id="1193101910" name="Google Shape;177;p21"/>
          <p:cNvSpPr txBox="1">
            <a:spLocks noGrp="1"/>
          </p:cNvSpPr>
          <p:nvPr>
            <p:ph type="body" idx="1"/>
          </p:nvPr>
        </p:nvSpPr>
        <p:spPr bwMode="auto">
          <a:xfrm>
            <a:off x="1201782" y="1558834"/>
            <a:ext cx="7384869" cy="432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28600" algn="just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None/>
              <a:defRPr/>
            </a:pPr>
            <a:r>
              <a:rPr lang="en-US" b="1"/>
              <a:t>Skill It</a:t>
            </a:r>
            <a:r>
              <a:rPr lang="en-US"/>
              <a:t> is a mobile app designed to manage college fests, events, and competitions more efficiently. It allows students to register for events, view schedules, and receive real-time updates. Organizers can easily manage registrations, volunteers, and announcements. The app aims to simplify event coordination while boosting student participation and skill development.</a:t>
            </a:r>
            <a:endParaRPr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714374" name="Google Shape;178;p21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680722151" name="Picture 109357866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580021" name="Google Shape;184;p22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32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  <a:defRPr/>
            </a:pPr>
            <a:r>
              <a:rPr lang="en-US" sz="3200" b="1">
                <a:latin typeface="Times New Roman"/>
                <a:cs typeface="Times New Roman"/>
              </a:rPr>
              <a:t>Hardware and Software Requirements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1430408840" name="Google Shape;185;p22"/>
          <p:cNvSpPr txBox="1">
            <a:spLocks noGrp="1"/>
          </p:cNvSpPr>
          <p:nvPr>
            <p:ph type="body" idx="1"/>
          </p:nvPr>
        </p:nvSpPr>
        <p:spPr bwMode="auto">
          <a:xfrm>
            <a:off x="982132" y="1576251"/>
            <a:ext cx="7704667" cy="4423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  <a:defRPr/>
            </a:pPr>
            <a:r>
              <a:rPr lang="en-US" sz="2000" b="1"/>
              <a:t>🔧 Hardware Requirements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Android smartphone (Android 8.0 or above)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Minimum 2 GB RAM, 100 MB storage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Server for admin panel (4GB RAM, 100GB storage)</a:t>
            </a:r>
            <a:endParaRPr/>
          </a:p>
          <a:p>
            <a:pPr>
              <a:buNone/>
              <a:defRPr/>
            </a:pPr>
            <a:r>
              <a:rPr lang="en-US" sz="2000" b="1"/>
              <a:t>🔧Software Requirements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Android Studio (IDE)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Spring Boot/Java for Backend design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PostgreSQL for database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Flutter for Frontend design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/>
              <a:t>Figma  for UI design</a:t>
            </a:r>
            <a:endParaRPr lang="en-US" sz="1800"/>
          </a:p>
          <a:p>
            <a:pPr marL="285750" lvl="0" indent="-64770" algn="l">
              <a:spcBef>
                <a:spcPts val="0"/>
              </a:spcBef>
              <a:spcAft>
                <a:spcPts val="0"/>
              </a:spcAft>
              <a:buSzPts val="3480"/>
              <a:buNone/>
              <a:defRPr/>
            </a:pPr>
            <a:endParaRPr/>
          </a:p>
        </p:txBody>
      </p:sp>
      <p:sp>
        <p:nvSpPr>
          <p:cNvPr id="213627421" name="Google Shape;186;p22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2022683612" name="Picture 137349928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262609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7147944" name="Google Shape;195;p23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577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400"/>
              <a:defRPr/>
            </a:pPr>
            <a:r>
              <a:rPr lang="en-US" sz="3200" b="1">
                <a:latin typeface="Times New Roman"/>
                <a:cs typeface="Times New Roman"/>
              </a:rPr>
              <a:t>Module description</a:t>
            </a:r>
            <a:endParaRPr/>
          </a:p>
        </p:txBody>
      </p:sp>
      <p:sp>
        <p:nvSpPr>
          <p:cNvPr id="98580116" name="Google Shape;197;p23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1483183032" name="Picture 31011239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  <p:sp>
        <p:nvSpPr>
          <p:cNvPr id="1292361075" name="TextBox 1"/>
          <p:cNvSpPr txBox="1"/>
          <p:nvPr/>
        </p:nvSpPr>
        <p:spPr bwMode="auto">
          <a:xfrm>
            <a:off x="1744068" y="1814678"/>
            <a:ext cx="5664690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marL="342900" indent="-342900">
              <a:lnSpc>
                <a:spcPts val="2400"/>
              </a:lnSpc>
              <a:buChar char="•"/>
              <a:defRPr/>
            </a:pPr>
            <a:r>
              <a:rPr lang="en-US" sz="2000" b="1">
                <a:latin typeface="Corbel"/>
                <a:cs typeface="Segoe UI"/>
              </a:rPr>
              <a:t>Google Single Sign-On(SSO): Used to keep track of emails, and utilize the vast resources of Google OAuth API.</a:t>
            </a:r>
            <a:endParaRPr/>
          </a:p>
          <a:p>
            <a:pPr marL="342900" indent="-342900">
              <a:lnSpc>
                <a:spcPts val="2400"/>
              </a:lnSpc>
              <a:buChar char="•"/>
              <a:defRPr/>
            </a:pPr>
            <a:r>
              <a:rPr lang="en-US" sz="2000" b="1">
                <a:latin typeface="Corbel"/>
                <a:cs typeface="Segoe UI"/>
              </a:rPr>
              <a:t>Hire: Search for a particular user with some required skill and view his profile.</a:t>
            </a:r>
            <a:endParaRPr/>
          </a:p>
          <a:p>
            <a:pPr marL="342900" indent="-342900">
              <a:lnSpc>
                <a:spcPts val="2400"/>
              </a:lnSpc>
              <a:buChar char="•"/>
              <a:defRPr/>
            </a:pPr>
            <a:r>
              <a:rPr lang="en-US" sz="2000" b="1">
                <a:latin typeface="Corbel"/>
                <a:cs typeface="Segoe UI"/>
              </a:rPr>
              <a:t>Apply for new Skills: Allows users to add </a:t>
            </a:r>
            <a:r>
              <a:rPr lang="en-US" sz="2000" b="1">
                <a:latin typeface="Corbel"/>
                <a:cs typeface="Segoe UI"/>
              </a:rPr>
              <a:t>skillsets for public dissemination.</a:t>
            </a:r>
            <a:endParaRPr lang="en-US" sz="2000" b="1">
              <a:latin typeface="Corbel"/>
              <a:cs typeface="Segoe UI"/>
            </a:endParaRPr>
          </a:p>
          <a:p>
            <a:pPr marL="342900" indent="-342900">
              <a:lnSpc>
                <a:spcPts val="2400"/>
              </a:lnSpc>
              <a:buChar char="•"/>
              <a:defRPr/>
            </a:pPr>
            <a:r>
              <a:rPr lang="en-US" sz="2000" b="1">
                <a:latin typeface="Corbel"/>
                <a:cs typeface="Segoe UI"/>
              </a:rPr>
              <a:t>Call and Mail function: On viewing a profile, users can contact people by either call or mail.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97250" name="Google Shape;207;p24"/>
          <p:cNvSpPr txBox="1">
            <a:spLocks noGrp="1"/>
          </p:cNvSpPr>
          <p:nvPr>
            <p:ph type="title"/>
          </p:nvPr>
        </p:nvSpPr>
        <p:spPr bwMode="auto">
          <a:xfrm>
            <a:off x="982133" y="226423"/>
            <a:ext cx="7704667" cy="1030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400"/>
              <a:defRPr/>
            </a:pPr>
            <a:r>
              <a:rPr lang="en-US" sz="3200" b="1">
                <a:latin typeface="Times New Roman"/>
                <a:cs typeface="Times New Roman"/>
              </a:rPr>
              <a:t>Database Table Screenshots</a:t>
            </a:r>
            <a:endParaRPr/>
          </a:p>
        </p:txBody>
      </p:sp>
      <p:sp>
        <p:nvSpPr>
          <p:cNvPr id="1696446545" name="Google Shape;209;p24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>
                <a:solidFill>
                  <a:srgbClr val="000000"/>
                </a:solidFill>
              </a:rPr>
              <a:t>6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33534670" name="Picture 183372592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  <p:pic>
        <p:nvPicPr>
          <p:cNvPr id="151326269" name="Picture 2" descr="A screenshot of a computer&#10;&#10;AI-generated content may be incorrect.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07375" y="1351153"/>
            <a:ext cx="8336623" cy="1955560"/>
          </a:xfrm>
          <a:prstGeom prst="rect">
            <a:avLst/>
          </a:prstGeom>
        </p:spPr>
      </p:pic>
      <p:pic>
        <p:nvPicPr>
          <p:cNvPr id="1136416076" name="Picture 4" descr="A white background with black text&#10;&#10;AI-generated content may be incorrect.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7314" y="3353712"/>
            <a:ext cx="8316686" cy="1397123"/>
          </a:xfrm>
          <a:prstGeom prst="rect">
            <a:avLst/>
          </a:prstGeom>
        </p:spPr>
      </p:pic>
      <p:pic>
        <p:nvPicPr>
          <p:cNvPr id="1454935453" name="Picture 8" descr="A white background with black text&#10;&#10;AI-generated content may be incorrect.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27312" y="4797834"/>
            <a:ext cx="8316685" cy="12163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860188" name="Google Shape;217;p25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1943188377" name="Picture 180065565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  <p:pic>
        <p:nvPicPr>
          <p:cNvPr id="232130599" name="Picture 4" descr="Diagram of a diagram with text and words&#10;&#10;AI-generated content may be incorrect.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532710" y="1489166"/>
            <a:ext cx="6818810" cy="4812958"/>
          </a:xfrm>
          <a:prstGeom prst="rect">
            <a:avLst/>
          </a:prstGeom>
        </p:spPr>
      </p:pic>
      <p:sp>
        <p:nvSpPr>
          <p:cNvPr id="1964200898" name="Title 6"/>
          <p:cNvSpPr>
            <a:spLocks noGrp="1"/>
          </p:cNvSpPr>
          <p:nvPr>
            <p:ph type="title"/>
          </p:nvPr>
        </p:nvSpPr>
        <p:spPr bwMode="auto">
          <a:xfrm flipH="1">
            <a:off x="1010194" y="139337"/>
            <a:ext cx="8104438" cy="1349829"/>
          </a:xfrm>
        </p:spPr>
        <p:txBody>
          <a:bodyPr/>
          <a:lstStyle/>
          <a:p>
            <a:pPr>
              <a:defRPr/>
            </a:pPr>
            <a:r>
              <a:rPr lang="en-US"/>
              <a:t>ER DIAGRAM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4094" name="Google Shape;222;p26"/>
          <p:cNvSpPr txBox="1">
            <a:spLocks noGrp="1"/>
          </p:cNvSpPr>
          <p:nvPr>
            <p:ph type="title"/>
          </p:nvPr>
        </p:nvSpPr>
        <p:spPr bwMode="auto">
          <a:xfrm>
            <a:off x="869576" y="457201"/>
            <a:ext cx="8086164" cy="914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  <a:defRPr/>
            </a:pPr>
            <a:r>
              <a:rPr lang="en-US" sz="3200" b="1">
                <a:latin typeface="Times New Roman"/>
                <a:ea typeface="Times New Roman"/>
                <a:cs typeface="Times New Roman"/>
              </a:rPr>
              <a:t>Design Layouts: Screen Shots of Mobile App </a:t>
            </a:r>
            <a:endParaRPr/>
          </a:p>
        </p:txBody>
      </p:sp>
      <p:sp>
        <p:nvSpPr>
          <p:cNvPr id="400741762" name="Google Shape;224;p26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1291184172" name="Picture 12" descr="A screenshot of a contact form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31817" y="1968554"/>
            <a:ext cx="1860069" cy="3305409"/>
          </a:xfrm>
          <a:prstGeom prst="rect">
            <a:avLst/>
          </a:prstGeom>
        </p:spPr>
      </p:pic>
      <p:pic>
        <p:nvPicPr>
          <p:cNvPr id="2110104623" name="Picture 14" descr="A sign in with google&#10;&#10;AI-generated content may be incorrect.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055741" y="1956246"/>
            <a:ext cx="1767839" cy="3305409"/>
          </a:xfrm>
          <a:prstGeom prst="rect">
            <a:avLst/>
          </a:prstGeom>
        </p:spPr>
      </p:pic>
      <p:pic>
        <p:nvPicPr>
          <p:cNvPr id="1476493023" name="Picture 16" descr="A screenshot of a application form&#10;&#10;AI-generated content may be incorrect.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5087434" y="1893106"/>
            <a:ext cx="1556222" cy="3305409"/>
          </a:xfrm>
          <a:prstGeom prst="rect">
            <a:avLst/>
          </a:prstGeom>
        </p:spPr>
      </p:pic>
      <p:pic>
        <p:nvPicPr>
          <p:cNvPr id="1490384552" name="Picture 18" descr="A white background with pink and black lines&#10;&#10;AI-generated content may be incorrect.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033068" y="1827794"/>
            <a:ext cx="1653732" cy="33707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470311" name="Google Shape;229;p27"/>
          <p:cNvSpPr txBox="1">
            <a:spLocks noGrp="1"/>
          </p:cNvSpPr>
          <p:nvPr>
            <p:ph type="title"/>
          </p:nvPr>
        </p:nvSpPr>
        <p:spPr bwMode="auto">
          <a:xfrm>
            <a:off x="982133" y="457201"/>
            <a:ext cx="7704667" cy="1156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/>
              <a:buNone/>
              <a:defRPr/>
            </a:pPr>
            <a:r>
              <a:rPr lang="en-US" sz="3200">
                <a:latin typeface="Times New Roman"/>
                <a:ea typeface="Times New Roman"/>
                <a:cs typeface="Times New Roman"/>
              </a:rPr>
              <a:t>References</a:t>
            </a:r>
            <a:endParaRPr sz="3200"/>
          </a:p>
        </p:txBody>
      </p:sp>
      <p:sp>
        <p:nvSpPr>
          <p:cNvPr id="1158824644" name="Google Shape;230;p27"/>
          <p:cNvSpPr txBox="1">
            <a:spLocks noGrp="1"/>
          </p:cNvSpPr>
          <p:nvPr>
            <p:ph type="body" idx="1"/>
          </p:nvPr>
        </p:nvSpPr>
        <p:spPr bwMode="auto">
          <a:xfrm>
            <a:off x="982133" y="1775012"/>
            <a:ext cx="7704667" cy="422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  <a:defRPr/>
            </a:pP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[1]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Spring Boot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.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 ‘Spring Boot Documentation’. Retrieved from 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https://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docs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.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spring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.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io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3" tooltip="https://docs.spring.io./"/>
              </a:rPr>
              <a:t>.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  <a:defRPr/>
            </a:pP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[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2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]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PostgreSQL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. ‘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PostgreSQL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Documentation’. Retrieved from 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https://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postgresql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.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org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/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4" tooltip="https://postgresql.org/docs."/>
              </a:rPr>
              <a:t>docs.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 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  <a:defRPr/>
            </a:pP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[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3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]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Flutter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.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‘Flutter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Documentation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’. </a:t>
            </a:r>
            <a:r>
              <a:rPr lang="en-US" sz="1800">
                <a:solidFill>
                  <a:schemeClr val="tx1"/>
                </a:solidFill>
                <a:ea typeface="Times New Roman"/>
                <a:cs typeface="Arial"/>
              </a:rPr>
              <a:t>Retrieved from 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5" tooltip="https://flutter.dev/docs."/>
              </a:rPr>
              <a:t>https://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5" tooltip="https://flutter.dev/docs."/>
              </a:rPr>
              <a:t>flutter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5" tooltip="https://flutter.dev/docs."/>
              </a:rPr>
              <a:t>.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5" tooltip="https://flutter.dev/docs."/>
              </a:rPr>
              <a:t>dev</a:t>
            </a:r>
            <a:r>
              <a:rPr lang="en-US" sz="1800" u="sng">
                <a:solidFill>
                  <a:schemeClr val="tx1"/>
                </a:solidFill>
                <a:ea typeface="Times New Roman"/>
                <a:cs typeface="Arial"/>
                <a:hlinkClick r:id="rId5" tooltip="https://flutter.dev/docs."/>
              </a:rPr>
              <a:t>/docs.</a:t>
            </a:r>
            <a:endParaRPr lang="en-US">
              <a:solidFill>
                <a:schemeClr val="tx1"/>
              </a:solidFill>
            </a:endParaRPr>
          </a:p>
          <a:p>
            <a:pPr marL="285750" indent="-64770">
              <a:spcBef>
                <a:spcPts val="0"/>
              </a:spcBef>
              <a:buSzPts val="3480"/>
              <a:buNone/>
              <a:defRPr/>
            </a:pPr>
            <a:endParaRPr lang="en-US">
              <a:solidFill>
                <a:schemeClr val="tx1"/>
              </a:solidFill>
              <a:ea typeface="Times New Roman"/>
              <a:cs typeface="Arial"/>
            </a:endParaRPr>
          </a:p>
        </p:txBody>
      </p:sp>
      <p:sp>
        <p:nvSpPr>
          <p:cNvPr id="883843519" name="Google Shape;231;p27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098282669" name="Picture 423212213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3404921" name="Google Shape;236;p28"/>
          <p:cNvSpPr txBox="1">
            <a:spLocks noGrp="1"/>
          </p:cNvSpPr>
          <p:nvPr>
            <p:ph type="body" idx="1"/>
          </p:nvPr>
        </p:nvSpPr>
        <p:spPr bwMode="auto">
          <a:xfrm>
            <a:off x="671900" y="602400"/>
            <a:ext cx="77385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SzPts val="2040"/>
              <a:buNone/>
              <a:defRPr/>
            </a:pPr>
            <a:endParaRPr b="1"/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 b="1"/>
          </a:p>
          <a:p>
            <a:pPr marL="0" lvl="0" indent="0" algn="ctr">
              <a:spcBef>
                <a:spcPts val="480"/>
              </a:spcBef>
              <a:spcAft>
                <a:spcPts val="0"/>
              </a:spcAft>
              <a:buSzPts val="2040"/>
              <a:buNone/>
              <a:defRPr/>
            </a:pPr>
            <a:endParaRPr b="1"/>
          </a:p>
          <a:p>
            <a:pPr marL="0" lvl="0" indent="0" algn="ctr">
              <a:spcBef>
                <a:spcPts val="800"/>
              </a:spcBef>
              <a:spcAft>
                <a:spcPts val="0"/>
              </a:spcAft>
              <a:buSzPts val="3400"/>
              <a:buNone/>
              <a:defRPr/>
            </a:pPr>
            <a:endParaRPr sz="4000" b="1"/>
          </a:p>
          <a:p>
            <a:pPr marL="0" lvl="0" indent="0" algn="ctr">
              <a:spcBef>
                <a:spcPts val="800"/>
              </a:spcBef>
              <a:spcAft>
                <a:spcPts val="0"/>
              </a:spcAft>
              <a:buSzPts val="3400"/>
              <a:buNone/>
              <a:defRPr/>
            </a:pPr>
            <a:r>
              <a:rPr lang="en-US" sz="4000" b="1">
                <a:solidFill>
                  <a:schemeClr val="dk1"/>
                </a:solidFill>
                <a:latin typeface="Times New Roman"/>
                <a:cs typeface="Times New Roman"/>
              </a:rPr>
              <a:t>THANK YOU</a:t>
            </a:r>
            <a:endParaRPr b="1">
              <a:latin typeface="Times New Roman"/>
              <a:cs typeface="Times New Roman"/>
            </a:endParaRPr>
          </a:p>
        </p:txBody>
      </p:sp>
      <p:sp>
        <p:nvSpPr>
          <p:cNvPr id="1594908627" name="Google Shape;237;p28"/>
          <p:cNvSpPr txBox="1">
            <a:spLocks noGrp="1"/>
          </p:cNvSpPr>
          <p:nvPr>
            <p:ph type="sldNum" idx="12"/>
          </p:nvPr>
        </p:nvSpPr>
        <p:spPr bwMode="auto">
          <a:xfrm>
            <a:off x="8258967" y="6108173"/>
            <a:ext cx="4278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orbel"/>
              <a:buNone/>
              <a:defRPr/>
            </a:pPr>
            <a:fld id="{00000000-1234-1234-1234-123412341234}" type="slidenum">
              <a:rPr lang="en-US">
                <a:solidFill>
                  <a:srgbClr val="000000"/>
                </a:solidFill>
              </a:rPr>
              <a:t>10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630367270" name="Picture 114409584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544" y="555876"/>
            <a:ext cx="857979" cy="8579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arallax">
  <a:themeElements>
    <a:clrScheme name="Parallax">
      <a:dk1>
        <a:srgbClr val="000000"/>
      </a:dk1>
      <a:lt1>
        <a:srgbClr val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cp:lastModifiedBy/>
  <cp:revision>169</cp:revision>
  <dcterms:modified xsi:type="dcterms:W3CDTF">2025-05-15T19:25:53Z</dcterms:modified>
</cp:coreProperties>
</file>